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d1aaf362cc42d8" /><Relationship Type="http://schemas.openxmlformats.org/officeDocument/2006/relationships/extended-properties" Target="/docProps/app.xml" Id="R4952766dfbfc4a42" /><Relationship Type="http://schemas.openxmlformats.org/officeDocument/2006/relationships/officeDocument" Target="/ppt/presentation.xml" Id="R64b30552e1674c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f5d656b7714b9a"/>
  </p:sldMasterIdLst>
  <p:notesMasterIdLst>
    <p:notesMasterId xmlns:r="http://schemas.openxmlformats.org/officeDocument/2006/relationships" r:id="R3b9cdcd7bd064dc4"/>
  </p:notesMasterIdLst>
  <p:sldIdLst>
    <p:sldId xmlns:r="http://schemas.openxmlformats.org/officeDocument/2006/relationships" id="256" r:id="R9a8aebbcc2bd4cf9"/>
  </p:sldIdLst>
  <p:sldSz cx="8046720" cy="438912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d00270ce3c4bbd" /><Relationship Type="http://schemas.openxmlformats.org/officeDocument/2006/relationships/slideMaster" Target="/ppt/slideMasters/slideMaster1.xml" Id="R88f5d656b7714b9a" /><Relationship Type="http://schemas.openxmlformats.org/officeDocument/2006/relationships/notesMaster" Target="/ppt/notesMasters/notesMaster1.xml" Id="R3b9cdcd7bd064dc4" /><Relationship Type="http://schemas.openxmlformats.org/officeDocument/2006/relationships/presProps" Target="/ppt/presProps.xml" Id="Rdb10e5f66dda4811" /><Relationship Type="http://schemas.openxmlformats.org/officeDocument/2006/relationships/viewProps" Target="/ppt/viewProps.xml" Id="R000e465612f04a53" /><Relationship Type="http://schemas.openxmlformats.org/officeDocument/2006/relationships/tableStyles" Target="/ppt/tableStyles.xml" Id="R793f2d27232f47f5" /><Relationship Type="http://schemas.openxmlformats.org/officeDocument/2006/relationships/slide" Target="/ppt/slides/slide1.xml" Id="R9a8aebbcc2bd4c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931bb38f8846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ST-MGPrompt Scientific">
      <a:dk1>
        <a:srgbClr val="000000"/>
      </a:dk1>
      <a:lt1>
        <a:srgbClr val="FFFFFF"/>
      </a:lt1>
      <a:dk2>
        <a:srgbClr val="17232C"/>
      </a:dk2>
      <a:lt2>
        <a:srgbClr val="EEF2F4"/>
      </a:lt2>
      <a:accent1>
        <a:srgbClr val="4F9A96"/>
      </a:accent1>
      <a:accent2>
        <a:srgbClr val="E69A54"/>
      </a:accent2>
      <a:accent3>
        <a:srgbClr val="8367B2"/>
      </a:accent3>
      <a:accent4>
        <a:srgbClr val="B76F68"/>
      </a:accent4>
      <a:accent5>
        <a:srgbClr val="6F8795"/>
      </a:accent5>
      <a:accent6>
        <a:srgbClr val="4A8B6F"/>
      </a:accent6>
      <a:hlink>
        <a:srgbClr val="8367B2"/>
      </a:hlink>
      <a:folHlink>
        <a:srgbClr val="B76F6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-MGPrompt Scientif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34343" dir="3378596">
              <a:srgbClr val="23343D">
                <a:alpha val="10000"/>
              </a:srgbClr>
            </a:outerShdw>
          </a:effectLst>
        </a:effectStyle>
        <a:effectStyle>
          <a:effectLst>
            <a:outerShdw blurRad="76200" dist="34343" dir="3378596">
              <a:srgbClr val="23343D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16be3702c444f9" /><Relationship Type="http://schemas.openxmlformats.org/officeDocument/2006/relationships/notesMaster" Target="/ppt/notesMasters/notesMaster1.xml" Id="Rfc7e402888314e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No external sources or assets. Scientific content follows the user-provided Figure 2 and instructions.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6de83c40b240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614ebd0d6744f8" /><Relationship Type="http://schemas.openxmlformats.org/officeDocument/2006/relationships/slideLayout" Target="/ppt/slideLayouts/slideLayout1.xml" Id="R3c481801f62649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481801f62649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ST-MGPrompt Scientific">
      <a:dk1>
        <a:srgbClr val="000000"/>
      </a:dk1>
      <a:lt1>
        <a:srgbClr val="FFFFFF"/>
      </a:lt1>
      <a:dk2>
        <a:srgbClr val="17232C"/>
      </a:dk2>
      <a:lt2>
        <a:srgbClr val="EEF2F4"/>
      </a:lt2>
      <a:accent1>
        <a:srgbClr val="4F9A96"/>
      </a:accent1>
      <a:accent2>
        <a:srgbClr val="E69A54"/>
      </a:accent2>
      <a:accent3>
        <a:srgbClr val="8367B2"/>
      </a:accent3>
      <a:accent4>
        <a:srgbClr val="B76F68"/>
      </a:accent4>
      <a:accent5>
        <a:srgbClr val="6F8795"/>
      </a:accent5>
      <a:accent6>
        <a:srgbClr val="4A8B6F"/>
      </a:accent6>
      <a:hlink>
        <a:srgbClr val="8367B2"/>
      </a:hlink>
      <a:folHlink>
        <a:srgbClr val="B76F6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-MGPrompt Scientif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34343" dir="3378596">
              <a:srgbClr val="23343D">
                <a:alpha val="10000"/>
              </a:srgbClr>
            </a:outerShdw>
          </a:effectLst>
        </a:effectStyle>
        <a:effectStyle>
          <a:effectLst>
            <a:outerShdw blurRad="76200" dist="34343" dir="3378596">
              <a:srgbClr val="23343D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8a6717d164ae0" /><Relationship Type="http://schemas.openxmlformats.org/officeDocument/2006/relationships/notesSlide" Target="/ppt/notesSlides/notesSlide1.xml" Id="R4d6dac14c43f48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3" name="FIG2_SHARED">
            <a:extLst xmlns:a="http://schemas.openxmlformats.org/drawingml/2006/main">
              <a:ext uri="{FF2B5EF4-FFF2-40B4-BE49-F238E27FC236}">
                <a16:creationId xmlns:a16="http://schemas.microsoft.com/office/drawing/2014/main" id="{5DE9D292-5BBB-4F6C-8A1C-88BC19AA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09575"/>
            <a:ext cx="1333500" cy="3800475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4445">
            <a:solidFill>
              <a:srgbClr val="DCE6EC"/>
            </a:solidFill>
            <a:prstDash val="solid"/>
          </a:ln>
        </p:spPr>
      </p:sp>
      <p:sp>
        <p:nvSpPr>
          <p:cNvPr id="2" name="FIG2_SHARED__001__BACKBONE_TONGUE">
            <a:extLst xmlns:a="http://schemas.openxmlformats.org/drawingml/2006/main">
              <a:ext uri="{FF2B5EF4-FFF2-40B4-BE49-F238E27FC236}">
                <a16:creationId xmlns:a16="http://schemas.microsoft.com/office/drawing/2014/main" id="{B32E9C42-435B-463A-BA64-A40BD3A6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85950"/>
            <a:ext cx="2724150" cy="685800"/>
          </a:xfrm>
          <a:prstGeom xmlns:a="http://schemas.openxmlformats.org/drawingml/2006/main" prst="roundRect">
            <a:avLst>
              <a:gd name="adj" fmla="val 3888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IG2_SHARED__002__TONGUE_LOBE">
            <a:extLst xmlns:a="http://schemas.openxmlformats.org/drawingml/2006/main">
              <a:ext uri="{FF2B5EF4-FFF2-40B4-BE49-F238E27FC236}">
                <a16:creationId xmlns:a16="http://schemas.microsoft.com/office/drawing/2014/main" id="{1980CA3B-2CA4-46B6-8D95-9561ACB3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47825"/>
            <a:ext cx="68580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IG2_MACRO_STREAM__003__DUAL_PATCH">
            <a:extLst xmlns:a="http://schemas.openxmlformats.org/drawingml/2006/main">
              <a:ext uri="{FF2B5EF4-FFF2-40B4-BE49-F238E27FC236}">
                <a16:creationId xmlns:a16="http://schemas.microsoft.com/office/drawing/2014/main" id="{EABD2F8D-5CFF-45AC-B05A-242810FE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7675"/>
            <a:ext cx="3381375" cy="3714750"/>
          </a:xfrm>
          <a:prstGeom xmlns:a="http://schemas.openxmlformats.org/drawingml/2006/main" prst="roundRect">
            <a:avLst>
              <a:gd name="adj" fmla="val 7324"/>
            </a:avLst>
          </a:prstGeom>
          <a:solidFill xmlns:a="http://schemas.openxmlformats.org/drawingml/2006/main">
            <a:srgbClr val="F1F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IG2_MICRO_STREAM__004__DUAL_PATCH_LOBE">
            <a:extLst xmlns:a="http://schemas.openxmlformats.org/drawingml/2006/main">
              <a:ext uri="{FF2B5EF4-FFF2-40B4-BE49-F238E27FC236}">
                <a16:creationId xmlns:a16="http://schemas.microsoft.com/office/drawing/2014/main" id="{BD05FE82-3B1E-4BF4-B94E-A0984A5D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085850"/>
            <a:ext cx="438150" cy="2409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G2_MACRO_ADAPTIVE__005__ADAPTIVE_PATCH">
            <a:extLst xmlns:a="http://schemas.openxmlformats.org/drawingml/2006/main">
              <a:ext uri="{FF2B5EF4-FFF2-40B4-BE49-F238E27FC236}">
                <a16:creationId xmlns:a16="http://schemas.microsoft.com/office/drawing/2014/main" id="{F289C420-C050-49B6-A682-C10B676C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9575"/>
            <a:ext cx="2990850" cy="3800475"/>
          </a:xfrm>
          <a:prstGeom xmlns:a="http://schemas.openxmlformats.org/drawingml/2006/main" prst="roundRect">
            <a:avLst>
              <a:gd name="adj" fmla="val 7643"/>
            </a:avLst>
          </a:prstGeom>
          <a:solidFill xmlns:a="http://schemas.openxmlformats.org/drawingml/2006/main">
            <a:srgbClr val="F8F4FC"/>
          </a:solidFill>
          <a:ln xmlns:a="http://schemas.openxmlformats.org/drawingml/2006/main" w="4445">
            <a:solidFill>
              <a:srgbClr val="D8C9E8"/>
            </a:solidFill>
            <a:prstDash val="solid"/>
          </a:ln>
        </p:spPr>
      </p:sp>
      <p:sp>
        <p:nvSpPr>
          <p:cNvPr id="7" name="FIG2_MICRO_ADAPTIVE__006__ADAPTIVE_LOBE">
            <a:extLst xmlns:a="http://schemas.openxmlformats.org/drawingml/2006/main">
              <a:ext uri="{FF2B5EF4-FFF2-40B4-BE49-F238E27FC236}">
                <a16:creationId xmlns:a16="http://schemas.microsoft.com/office/drawing/2014/main" id="{C276039F-DA41-4330-8B47-FC8ABF27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266825"/>
            <a:ext cx="333375" cy="2085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4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IGURE_TITLE">
            <a:extLst xmlns:a="http://schemas.openxmlformats.org/drawingml/2006/main">
              <a:ext uri="{FF2B5EF4-FFF2-40B4-BE49-F238E27FC236}">
                <a16:creationId xmlns:a16="http://schemas.microsoft.com/office/drawing/2014/main" id="{26145C96-E7FC-4A45-B709-5E238AAE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8100"/>
            <a:ext cx="775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Dual Semantic Spatial Graph Construction</a:t>
            </a:r>
          </a:p>
        </p:txBody>
      </p:sp>
      <p:sp>
        <p:nvSpPr>
          <p:cNvPr id="9" name="FIG2_SHARED__007__HEADING">
            <a:extLst xmlns:a="http://schemas.openxmlformats.org/drawingml/2006/main">
              <a:ext uri="{FF2B5EF4-FFF2-40B4-BE49-F238E27FC236}">
                <a16:creationId xmlns:a16="http://schemas.microsoft.com/office/drawing/2014/main" id="{831D8550-B51B-4FF0-BDBD-FDCF7A90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495300"/>
            <a:ext cx="1181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26D7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526D7C"/>
                </a:solidFill>
                <a:latin typeface="Times New Roman"/>
                <a:ea typeface="Times New Roman"/>
                <a:cs typeface="Times New Roman"/>
              </a:rPr>
              <a:t>Shared Spatial</a:t>
            </a:r>
          </a:p>
          <a:p xmlns:a="http://schemas.openxmlformats.org/drawingml/2006/main">
            <a:pPr algn="l">
              <a:defRPr sz="1500" b="0" i="0">
                <a:solidFill>
                  <a:srgbClr val="526D7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526D7C"/>
                </a:solidFill>
                <a:latin typeface="Times New Roman"/>
                <a:ea typeface="Times New Roman"/>
                <a:cs typeface="Times New Roman"/>
              </a:rPr>
              <a:t>Backbone</a:t>
            </a:r>
          </a:p>
        </p:txBody>
      </p:sp>
      <p:sp>
        <p:nvSpPr>
          <p:cNvPr id="10" name="FIG2_SHARED__008__HEADING_RULE">
            <a:extLst xmlns:a="http://schemas.openxmlformats.org/drawingml/2006/main">
              <a:ext uri="{FF2B5EF4-FFF2-40B4-BE49-F238E27FC236}">
                <a16:creationId xmlns:a16="http://schemas.microsoft.com/office/drawing/2014/main" id="{EF7A25F7-B991-44FA-992A-4C5B5CE2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9550" y="857250"/>
            <a:ext cx="6667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F8795"/>
            </a:solidFill>
            <a:prstDash val="solid"/>
          </a:ln>
        </p:spPr>
      </p:sp>
      <p:sp>
        <p:nvSpPr>
          <p:cNvPr id="11" name="FIG2_MACRO_STREAM__009__HEADING">
            <a:extLst xmlns:a="http://schemas.openxmlformats.org/drawingml/2006/main">
              <a:ext uri="{FF2B5EF4-FFF2-40B4-BE49-F238E27FC236}">
                <a16:creationId xmlns:a16="http://schemas.microsoft.com/office/drawing/2014/main" id="{51CEAE94-E63F-44D5-99E8-44C2AB6D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53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Dual Semantic Priors</a:t>
            </a:r>
          </a:p>
        </p:txBody>
      </p:sp>
      <p:sp>
        <p:nvSpPr>
          <p:cNvPr id="12" name="FIG2_MACRO_STREAM__010__HEADING_RULE">
            <a:extLst xmlns:a="http://schemas.openxmlformats.org/drawingml/2006/main">
              <a:ext uri="{FF2B5EF4-FFF2-40B4-BE49-F238E27FC236}">
                <a16:creationId xmlns:a16="http://schemas.microsoft.com/office/drawing/2014/main" id="{6E388D98-BF23-4B3D-9BCD-CD5F9A2B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04975" y="733425"/>
            <a:ext cx="2952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D8F88"/>
            </a:solidFill>
            <a:prstDash val="solid"/>
          </a:ln>
        </p:spPr>
      </p:sp>
      <p:sp>
        <p:nvSpPr>
          <p:cNvPr id="13" name="FIG2_MACRO_ADAPTIVE__011__HEADING">
            <a:extLst xmlns:a="http://schemas.openxmlformats.org/drawingml/2006/main">
              <a:ext uri="{FF2B5EF4-FFF2-40B4-BE49-F238E27FC236}">
                <a16:creationId xmlns:a16="http://schemas.microsoft.com/office/drawing/2014/main" id="{D29C6FB0-B4EF-4237-A7FD-C51E7F18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85775"/>
            <a:ext cx="2619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Prior-Constrained</a:t>
            </a:r>
          </a:p>
          <a:p xmlns:a="http://schemas.openxmlformats.org/drawingml/2006/main">
            <a:pPr algn="l">
              <a:defRPr sz="14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Edge Re-weighting</a:t>
            </a:r>
          </a:p>
        </p:txBody>
      </p:sp>
      <p:sp>
        <p:nvSpPr>
          <p:cNvPr id="14" name="FIG2_MACRO_ADAPTIVE__012__HEADING_RULE">
            <a:extLst xmlns:a="http://schemas.openxmlformats.org/drawingml/2006/main">
              <a:ext uri="{FF2B5EF4-FFF2-40B4-BE49-F238E27FC236}">
                <a16:creationId xmlns:a16="http://schemas.microsoft.com/office/drawing/2014/main" id="{EED87EFC-850F-4432-8425-24B8DD3E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33975" y="847725"/>
            <a:ext cx="9620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B5AA6"/>
            </a:solidFill>
            <a:prstDash val="solid"/>
          </a:ln>
        </p:spPr>
      </p:sp>
      <p:sp>
        <p:nvSpPr>
          <p:cNvPr id="15" name="FIG2_MACRO_ADAPTIVE__013__INDEPENDENT_NOTE">
            <a:extLst xmlns:a="http://schemas.openxmlformats.org/drawingml/2006/main">
              <a:ext uri="{FF2B5EF4-FFF2-40B4-BE49-F238E27FC236}">
                <a16:creationId xmlns:a16="http://schemas.microsoft.com/office/drawing/2014/main" id="{B6A21D48-FBAC-47FC-B106-17DDB2F7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866775"/>
            <a:ext cx="23526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rPr>
              <a:t>Same operation · independent parameters</a:t>
            </a:r>
          </a:p>
        </p:txBody>
      </p:sp>
      <p:sp>
        <p:nvSpPr>
          <p:cNvPr id="16" name="FIG2_SHARED__014__COORD_1">
            <a:extLst xmlns:a="http://schemas.openxmlformats.org/drawingml/2006/main">
              <a:ext uri="{FF2B5EF4-FFF2-40B4-BE49-F238E27FC236}">
                <a16:creationId xmlns:a16="http://schemas.microsoft.com/office/drawing/2014/main" id="{A5061249-3B5B-4C80-9496-1ADC47BD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" y="1091565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526D7C"/>
            </a:solidFill>
            <a:prstDash val="solid"/>
          </a:ln>
        </p:spPr>
      </p:sp>
      <p:sp>
        <p:nvSpPr>
          <p:cNvPr id="17" name="FIG2_SHARED__015__COORD_2">
            <a:extLst xmlns:a="http://schemas.openxmlformats.org/drawingml/2006/main">
              <a:ext uri="{FF2B5EF4-FFF2-40B4-BE49-F238E27FC236}">
                <a16:creationId xmlns:a16="http://schemas.microsoft.com/office/drawing/2014/main" id="{18824CB0-633E-4080-BE61-B85675A4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" y="929640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526D7C"/>
            </a:solidFill>
            <a:prstDash val="solid"/>
          </a:ln>
        </p:spPr>
      </p:sp>
      <p:sp>
        <p:nvSpPr>
          <p:cNvPr id="18" name="FIG2_SHARED__016__COORD_3">
            <a:extLst xmlns:a="http://schemas.openxmlformats.org/drawingml/2006/main">
              <a:ext uri="{FF2B5EF4-FFF2-40B4-BE49-F238E27FC236}">
                <a16:creationId xmlns:a16="http://schemas.microsoft.com/office/drawing/2014/main" id="{85E845B5-71CA-4751-92B4-1B44FDF9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" y="1177290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526D7C"/>
            </a:solidFill>
            <a:prstDash val="solid"/>
          </a:ln>
        </p:spPr>
      </p:sp>
      <p:sp>
        <p:nvSpPr>
          <p:cNvPr id="19" name="FIG2_SHARED__017__COORD_4">
            <a:extLst xmlns:a="http://schemas.openxmlformats.org/drawingml/2006/main">
              <a:ext uri="{FF2B5EF4-FFF2-40B4-BE49-F238E27FC236}">
                <a16:creationId xmlns:a16="http://schemas.microsoft.com/office/drawing/2014/main" id="{6D0374A6-EFD6-4869-A5DE-37B42A04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" y="996315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526D7C"/>
            </a:solidFill>
            <a:prstDash val="solid"/>
          </a:ln>
        </p:spPr>
      </p:sp>
      <p:sp>
        <p:nvSpPr>
          <p:cNvPr id="20" name="FIG2_SHARED__018__COORD_5">
            <a:extLst xmlns:a="http://schemas.openxmlformats.org/drawingml/2006/main">
              <a:ext uri="{FF2B5EF4-FFF2-40B4-BE49-F238E27FC236}">
                <a16:creationId xmlns:a16="http://schemas.microsoft.com/office/drawing/2014/main" id="{8583BC9B-F390-41C2-B4F5-7B0C8243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" y="1139190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526D7C"/>
            </a:solidFill>
            <a:prstDash val="solid"/>
          </a:ln>
        </p:spPr>
      </p:sp>
      <p:sp>
        <p:nvSpPr>
          <p:cNvPr id="21" name="FIG2_SHARED__019__COORD_6">
            <a:extLst xmlns:a="http://schemas.openxmlformats.org/drawingml/2006/main">
              <a:ext uri="{FF2B5EF4-FFF2-40B4-BE49-F238E27FC236}">
                <a16:creationId xmlns:a16="http://schemas.microsoft.com/office/drawing/2014/main" id="{D3E44FD8-70F8-4DB4-97B1-C40E4792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" y="1062990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526D7C"/>
            </a:solidFill>
            <a:prstDash val="solid"/>
          </a:ln>
        </p:spPr>
      </p:sp>
      <p:sp>
        <p:nvSpPr>
          <p:cNvPr id="22" name="FIG2_SHARED__020__COORD_7">
            <a:extLst xmlns:a="http://schemas.openxmlformats.org/drawingml/2006/main">
              <a:ext uri="{FF2B5EF4-FFF2-40B4-BE49-F238E27FC236}">
                <a16:creationId xmlns:a16="http://schemas.microsoft.com/office/drawing/2014/main" id="{333E2FCF-3EA3-480D-BE18-DF8207DC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" y="882015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526D7C"/>
            </a:solidFill>
            <a:prstDash val="solid"/>
          </a:ln>
        </p:spPr>
      </p:sp>
      <p:sp>
        <p:nvSpPr>
          <p:cNvPr id="23" name="FIG2_SHARED__021__COORD_LABEL">
            <a:extLst xmlns:a="http://schemas.openxmlformats.org/drawingml/2006/main">
              <a:ext uri="{FF2B5EF4-FFF2-40B4-BE49-F238E27FC236}">
                <a16:creationId xmlns:a16="http://schemas.microsoft.com/office/drawing/2014/main" id="{4586336D-AF7B-4013-9326-9840E70D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2763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Turbine coordinates</a:t>
            </a:r>
          </a:p>
        </p:txBody>
      </p:sp>
      <p:sp>
        <p:nvSpPr>
          <p:cNvPr id="24" name="FIG2_SHARED__022__COORD_XY">
            <a:extLst xmlns:a="http://schemas.openxmlformats.org/drawingml/2006/main">
              <a:ext uri="{FF2B5EF4-FFF2-40B4-BE49-F238E27FC236}">
                <a16:creationId xmlns:a16="http://schemas.microsoft.com/office/drawing/2014/main" id="{296829E0-5F42-494A-BC27-260670B8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44780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rPr>
              <a:t>(x, y)</a:t>
            </a:r>
          </a:p>
        </p:txBody>
      </p:sp>
      <p:sp>
        <p:nvSpPr>
          <p:cNvPr id="25" name="FIG2_SHARED__023__COORD_TO_WEIGHTED__SHAFT">
            <a:extLst xmlns:a="http://schemas.openxmlformats.org/drawingml/2006/main">
              <a:ext uri="{FF2B5EF4-FFF2-40B4-BE49-F238E27FC236}">
                <a16:creationId xmlns:a16="http://schemas.microsoft.com/office/drawing/2014/main" id="{A10F7769-A377-4F92-94BF-7BF6BB74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1525" y="1047750"/>
            <a:ext cx="381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26D7C"/>
            </a:solidFill>
            <a:prstDash val="solid"/>
          </a:ln>
        </p:spPr>
      </p:sp>
      <p:sp>
        <p:nvSpPr>
          <p:cNvPr id="26" name="FIG2_SHARED__023__COORD_TO_WEIGHTED__HEAD">
            <a:extLst xmlns:a="http://schemas.openxmlformats.org/drawingml/2006/main">
              <a:ext uri="{FF2B5EF4-FFF2-40B4-BE49-F238E27FC236}">
                <a16:creationId xmlns:a16="http://schemas.microsoft.com/office/drawing/2014/main" id="{A921BA5E-0D79-4094-BBFF-7AE3D2FB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019175"/>
            <a:ext cx="85725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D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IG2_SHARED__GAUSSIAN_GRAPH__024__EDGE_1">
            <a:extLst xmlns:a="http://schemas.openxmlformats.org/drawingml/2006/main">
              <a:ext uri="{FF2B5EF4-FFF2-40B4-BE49-F238E27FC236}">
                <a16:creationId xmlns:a16="http://schemas.microsoft.com/office/drawing/2014/main" id="{C77EAD90-CA9A-4015-97DE-2DF6CA3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4687" y="948595"/>
            <a:ext cx="87440" cy="1761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26D7C"/>
            </a:solidFill>
            <a:prstDash val="solid"/>
          </a:ln>
        </p:spPr>
      </p:sp>
      <p:sp>
        <p:nvSpPr>
          <p:cNvPr id="28" name="FIG2_SHARED__GAUSSIAN_GRAPH__025__EDGE_2">
            <a:extLst xmlns:a="http://schemas.openxmlformats.org/drawingml/2006/main">
              <a:ext uri="{FF2B5EF4-FFF2-40B4-BE49-F238E27FC236}">
                <a16:creationId xmlns:a16="http://schemas.microsoft.com/office/drawing/2014/main" id="{5B546079-D0B9-4486-B777-BEC2D52A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4687" y="1022318"/>
            <a:ext cx="199168" cy="1023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26D7C"/>
            </a:solidFill>
            <a:prstDash val="solid"/>
          </a:ln>
        </p:spPr>
      </p:sp>
      <p:sp>
        <p:nvSpPr>
          <p:cNvPr id="29" name="FIG2_SHARED__GAUSSIAN_GRAPH__026__EDGE_3">
            <a:extLst xmlns:a="http://schemas.openxmlformats.org/drawingml/2006/main">
              <a:ext uri="{FF2B5EF4-FFF2-40B4-BE49-F238E27FC236}">
                <a16:creationId xmlns:a16="http://schemas.microsoft.com/office/drawing/2014/main" id="{D1844B89-46C0-4663-9D3F-D2953E20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24687" y="1124712"/>
            <a:ext cx="228314" cy="114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526D7C"/>
            </a:solidFill>
            <a:prstDash val="solid"/>
          </a:ln>
        </p:spPr>
      </p:sp>
      <p:sp>
        <p:nvSpPr>
          <p:cNvPr id="30" name="FIG2_SHARED__GAUSSIAN_GRAPH__027__EDGE_4">
            <a:extLst xmlns:a="http://schemas.openxmlformats.org/drawingml/2006/main">
              <a:ext uri="{FF2B5EF4-FFF2-40B4-BE49-F238E27FC236}">
                <a16:creationId xmlns:a16="http://schemas.microsoft.com/office/drawing/2014/main" id="{B49CADFA-24DC-4472-B89C-FE1A5A6F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12127" y="948595"/>
            <a:ext cx="111728" cy="737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26D7C"/>
            </a:solidFill>
            <a:prstDash val="solid"/>
          </a:ln>
        </p:spPr>
      </p:sp>
      <p:sp>
        <p:nvSpPr>
          <p:cNvPr id="31" name="FIG2_SHARED__GAUSSIAN_GRAPH__028__EDGE_5">
            <a:extLst xmlns:a="http://schemas.openxmlformats.org/drawingml/2006/main">
              <a:ext uri="{FF2B5EF4-FFF2-40B4-BE49-F238E27FC236}">
                <a16:creationId xmlns:a16="http://schemas.microsoft.com/office/drawing/2014/main" id="{90B3F7B9-AE3C-48ED-87C4-996DEADE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12127" y="948595"/>
            <a:ext cx="267176" cy="8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526D7C"/>
            </a:solidFill>
            <a:prstDash val="solid"/>
          </a:ln>
        </p:spPr>
      </p:sp>
      <p:sp>
        <p:nvSpPr>
          <p:cNvPr id="32" name="FIG2_SHARED__GAUSSIAN_GRAPH__029__EDGE_6">
            <a:extLst xmlns:a="http://schemas.openxmlformats.org/drawingml/2006/main">
              <a:ext uri="{FF2B5EF4-FFF2-40B4-BE49-F238E27FC236}">
                <a16:creationId xmlns:a16="http://schemas.microsoft.com/office/drawing/2014/main" id="{9FA06B67-8010-4FE7-8702-41B1706D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12127" y="948595"/>
            <a:ext cx="140875" cy="2907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26D7C"/>
            </a:solidFill>
            <a:prstDash val="solid"/>
          </a:ln>
        </p:spPr>
      </p:sp>
      <p:sp>
        <p:nvSpPr>
          <p:cNvPr id="33" name="FIG2_SHARED__GAUSSIAN_GRAPH__030__EDGE_7">
            <a:extLst xmlns:a="http://schemas.openxmlformats.org/drawingml/2006/main">
              <a:ext uri="{FF2B5EF4-FFF2-40B4-BE49-F238E27FC236}">
                <a16:creationId xmlns:a16="http://schemas.microsoft.com/office/drawing/2014/main" id="{5B11963C-09EA-4D08-9CF8-D46B7E40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23855" y="956786"/>
            <a:ext cx="155448" cy="655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26D7C"/>
            </a:solidFill>
            <a:prstDash val="solid"/>
          </a:ln>
        </p:spPr>
      </p:sp>
      <p:sp>
        <p:nvSpPr>
          <p:cNvPr id="34" name="FIG2_SHARED__GAUSSIAN_GRAPH__031__EDGE_8">
            <a:extLst xmlns:a="http://schemas.openxmlformats.org/drawingml/2006/main">
              <a:ext uri="{FF2B5EF4-FFF2-40B4-BE49-F238E27FC236}">
                <a16:creationId xmlns:a16="http://schemas.microsoft.com/office/drawing/2014/main" id="{2409ED88-8F20-4B9A-A60A-084AC6EA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23855" y="1022318"/>
            <a:ext cx="199168" cy="1392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526D7C"/>
            </a:solidFill>
            <a:prstDash val="solid"/>
          </a:ln>
        </p:spPr>
      </p:sp>
      <p:sp>
        <p:nvSpPr>
          <p:cNvPr id="35" name="FIG2_SHARED__GAUSSIAN_GRAPH__032__EDGE_9">
            <a:extLst xmlns:a="http://schemas.openxmlformats.org/drawingml/2006/main">
              <a:ext uri="{FF2B5EF4-FFF2-40B4-BE49-F238E27FC236}">
                <a16:creationId xmlns:a16="http://schemas.microsoft.com/office/drawing/2014/main" id="{2DD699DC-4279-4984-B0AA-DE487085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23855" y="1022318"/>
            <a:ext cx="29147" cy="217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526D7C"/>
            </a:solidFill>
            <a:prstDash val="solid"/>
          </a:ln>
        </p:spPr>
      </p:sp>
      <p:sp>
        <p:nvSpPr>
          <p:cNvPr id="36" name="FIG2_SHARED__GAUSSIAN_GRAPH__033__EDGE_10">
            <a:extLst xmlns:a="http://schemas.openxmlformats.org/drawingml/2006/main">
              <a:ext uri="{FF2B5EF4-FFF2-40B4-BE49-F238E27FC236}">
                <a16:creationId xmlns:a16="http://schemas.microsoft.com/office/drawing/2014/main" id="{41F3FFE7-B989-452B-8C99-36B1B02E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79303" y="956786"/>
            <a:ext cx="43720" cy="2047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526D7C"/>
            </a:solidFill>
            <a:prstDash val="solid"/>
          </a:ln>
        </p:spPr>
      </p:sp>
      <p:sp>
        <p:nvSpPr>
          <p:cNvPr id="37" name="FIG2_SHARED__GAUSSIAN_GRAPH__034__EDGE_11">
            <a:extLst xmlns:a="http://schemas.openxmlformats.org/drawingml/2006/main">
              <a:ext uri="{FF2B5EF4-FFF2-40B4-BE49-F238E27FC236}">
                <a16:creationId xmlns:a16="http://schemas.microsoft.com/office/drawing/2014/main" id="{9C4D3D9D-F03B-49DD-AF64-04BDAF97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53001" y="956786"/>
            <a:ext cx="126302" cy="2826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526D7C"/>
            </a:solidFill>
            <a:prstDash val="solid"/>
          </a:ln>
        </p:spPr>
      </p:sp>
      <p:sp>
        <p:nvSpPr>
          <p:cNvPr id="38" name="FIG2_SHARED__GAUSSIAN_GRAPH__035__EDGE_12">
            <a:extLst xmlns:a="http://schemas.openxmlformats.org/drawingml/2006/main">
              <a:ext uri="{FF2B5EF4-FFF2-40B4-BE49-F238E27FC236}">
                <a16:creationId xmlns:a16="http://schemas.microsoft.com/office/drawing/2014/main" id="{B596491F-F1A8-4DE5-97B6-B27D7D22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53001" y="1161574"/>
            <a:ext cx="170021" cy="778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526D7C"/>
            </a:solidFill>
            <a:prstDash val="solid"/>
          </a:ln>
        </p:spPr>
      </p:sp>
      <p:sp>
        <p:nvSpPr>
          <p:cNvPr id="39" name="FIG2_SHARED__GAUSSIAN_GRAPH__036__EDGE_13">
            <a:extLst xmlns:a="http://schemas.openxmlformats.org/drawingml/2006/main">
              <a:ext uri="{FF2B5EF4-FFF2-40B4-BE49-F238E27FC236}">
                <a16:creationId xmlns:a16="http://schemas.microsoft.com/office/drawing/2014/main" id="{8EFF5792-5C84-406C-BE1B-213DFEF9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24687" y="1124712"/>
            <a:ext cx="398336" cy="368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526D7C"/>
            </a:solidFill>
            <a:prstDash val="solid"/>
          </a:ln>
        </p:spPr>
      </p:sp>
      <p:sp>
        <p:nvSpPr>
          <p:cNvPr id="40" name="FIG2_SHARED__GAUSSIAN_GRAPH__037__NODE_1">
            <a:extLst xmlns:a="http://schemas.openxmlformats.org/drawingml/2006/main">
              <a:ext uri="{FF2B5EF4-FFF2-40B4-BE49-F238E27FC236}">
                <a16:creationId xmlns:a16="http://schemas.microsoft.com/office/drawing/2014/main" id="{463CB7BD-79E2-45BE-B96A-2485E87E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302" y="1092327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526D7C"/>
            </a:solidFill>
            <a:prstDash val="solid"/>
          </a:ln>
        </p:spPr>
      </p:sp>
      <p:sp>
        <p:nvSpPr>
          <p:cNvPr id="41" name="FIG2_SHARED__GAUSSIAN_GRAPH__038__NODE_2">
            <a:extLst xmlns:a="http://schemas.openxmlformats.org/drawingml/2006/main">
              <a:ext uri="{FF2B5EF4-FFF2-40B4-BE49-F238E27FC236}">
                <a16:creationId xmlns:a16="http://schemas.microsoft.com/office/drawing/2014/main" id="{2DCF7193-CC1D-4933-B636-31C7A19E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742" y="916210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526D7C"/>
            </a:solidFill>
            <a:prstDash val="solid"/>
          </a:ln>
        </p:spPr>
      </p:sp>
      <p:sp>
        <p:nvSpPr>
          <p:cNvPr id="42" name="FIG2_SHARED__GAUSSIAN_GRAPH__039__NODE_3">
            <a:extLst xmlns:a="http://schemas.openxmlformats.org/drawingml/2006/main">
              <a:ext uri="{FF2B5EF4-FFF2-40B4-BE49-F238E27FC236}">
                <a16:creationId xmlns:a16="http://schemas.microsoft.com/office/drawing/2014/main" id="{C02DDB3F-E452-4F64-B1F7-E830AA9B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470" y="989933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526D7C"/>
            </a:solidFill>
            <a:prstDash val="solid"/>
          </a:ln>
        </p:spPr>
      </p:sp>
      <p:sp>
        <p:nvSpPr>
          <p:cNvPr id="43" name="FIG2_SHARED__GAUSSIAN_GRAPH__040__NODE_4">
            <a:extLst xmlns:a="http://schemas.openxmlformats.org/drawingml/2006/main">
              <a:ext uri="{FF2B5EF4-FFF2-40B4-BE49-F238E27FC236}">
                <a16:creationId xmlns:a16="http://schemas.microsoft.com/office/drawing/2014/main" id="{D3CA6188-89AF-48EA-A931-D11D10DC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918" y="924401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526D7C"/>
            </a:solidFill>
            <a:prstDash val="solid"/>
          </a:ln>
        </p:spPr>
      </p:sp>
      <p:sp>
        <p:nvSpPr>
          <p:cNvPr id="44" name="FIG2_SHARED__GAUSSIAN_GRAPH__041__NODE_5">
            <a:extLst xmlns:a="http://schemas.openxmlformats.org/drawingml/2006/main">
              <a:ext uri="{FF2B5EF4-FFF2-40B4-BE49-F238E27FC236}">
                <a16:creationId xmlns:a16="http://schemas.microsoft.com/office/drawing/2014/main" id="{E878BD45-72A9-43AE-BB96-5DD16693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8" y="1129189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526D7C"/>
            </a:solidFill>
            <a:prstDash val="solid"/>
          </a:ln>
        </p:spPr>
      </p:sp>
      <p:sp>
        <p:nvSpPr>
          <p:cNvPr id="45" name="FIG2_SHARED__GAUSSIAN_GRAPH__042__NODE_6">
            <a:extLst xmlns:a="http://schemas.openxmlformats.org/drawingml/2006/main">
              <a:ext uri="{FF2B5EF4-FFF2-40B4-BE49-F238E27FC236}">
                <a16:creationId xmlns:a16="http://schemas.microsoft.com/office/drawing/2014/main" id="{0DE45C76-A864-4530-803B-DCB6856B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616" y="1207008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526D7C"/>
            </a:solidFill>
            <a:prstDash val="solid"/>
          </a:ln>
        </p:spPr>
      </p:sp>
      <p:sp>
        <p:nvSpPr>
          <p:cNvPr id="46" name="FIG2_SHARED__043__GAUSSIAN_LABEL">
            <a:extLst xmlns:a="http://schemas.openxmlformats.org/drawingml/2006/main">
              <a:ext uri="{FF2B5EF4-FFF2-40B4-BE49-F238E27FC236}">
                <a16:creationId xmlns:a16="http://schemas.microsoft.com/office/drawing/2014/main" id="{65E33340-BF43-4984-AD97-5833F449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Gaussian Kernel</a:t>
            </a:r>
          </a:p>
          <a:p xmlns:a="http://schemas.openxmlformats.org/drawingml/2006/main"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Distance Graph</a:t>
            </a:r>
          </a:p>
        </p:txBody>
      </p:sp>
      <p:sp>
        <p:nvSpPr>
          <p:cNvPr id="47" name="FIG2_SHARED__044__SPARSE_OPERATION">
            <a:extLst xmlns:a="http://schemas.openxmlformats.org/drawingml/2006/main">
              <a:ext uri="{FF2B5EF4-FFF2-40B4-BE49-F238E27FC236}">
                <a16:creationId xmlns:a16="http://schemas.microsoft.com/office/drawing/2014/main" id="{B286E0F1-B513-4536-B393-A2FEE748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333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26D7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526D7C"/>
                </a:solidFill>
                <a:latin typeface="Times New Roman"/>
                <a:ea typeface="Times New Roman"/>
                <a:cs typeface="Times New Roman"/>
              </a:rPr>
              <a:t>Top-K Sparsification &amp;</a:t>
            </a:r>
          </a:p>
          <a:p xmlns:a="http://schemas.openxmlformats.org/drawingml/2006/main">
            <a:pPr algn="ctr">
              <a:defRPr sz="1050" b="0" i="0">
                <a:solidFill>
                  <a:srgbClr val="526D7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526D7C"/>
                </a:solidFill>
                <a:latin typeface="Times New Roman"/>
                <a:ea typeface="Times New Roman"/>
                <a:cs typeface="Times New Roman"/>
              </a:rPr>
              <a:t>Row Normalization</a:t>
            </a:r>
          </a:p>
        </p:txBody>
      </p:sp>
      <p:sp>
        <p:nvSpPr>
          <p:cNvPr id="48" name="FIG2_SHARED__045__K5">
            <a:extLst xmlns:a="http://schemas.openxmlformats.org/drawingml/2006/main">
              <a:ext uri="{FF2B5EF4-FFF2-40B4-BE49-F238E27FC236}">
                <a16:creationId xmlns:a16="http://schemas.microsoft.com/office/drawing/2014/main" id="{60EB9F35-C564-4F91-8F29-AB4A17EE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62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0" i="0">
                <a:solidFill>
                  <a:srgbClr val="526D7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i="0">
                <a:solidFill>
                  <a:srgbClr val="526D7C"/>
                </a:solidFill>
                <a:latin typeface="Times New Roman"/>
                <a:ea typeface="Times New Roman"/>
                <a:cs typeface="Times New Roman"/>
              </a:rPr>
              <a:t>K = 5</a:t>
            </a:r>
          </a:p>
        </p:txBody>
      </p:sp>
      <p:sp>
        <p:nvSpPr>
          <p:cNvPr id="49" name="FIG2_SHARED__046__BACKBONE_DROP">
            <a:extLst xmlns:a="http://schemas.openxmlformats.org/drawingml/2006/main">
              <a:ext uri="{FF2B5EF4-FFF2-40B4-BE49-F238E27FC236}">
                <a16:creationId xmlns:a16="http://schemas.microsoft.com/office/drawing/2014/main" id="{3E9122F8-A136-4915-B851-1CCAEFA3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23950" y="1895475"/>
            <a:ext cx="95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F8795"/>
            </a:solidFill>
            <a:prstDash val="solid"/>
          </a:ln>
        </p:spPr>
      </p:sp>
      <p:sp>
        <p:nvSpPr>
          <p:cNvPr id="50" name="FIG2_SHARED__047__BACKBONE_SPINE">
            <a:extLst xmlns:a="http://schemas.openxmlformats.org/drawingml/2006/main">
              <a:ext uri="{FF2B5EF4-FFF2-40B4-BE49-F238E27FC236}">
                <a16:creationId xmlns:a16="http://schemas.microsoft.com/office/drawing/2014/main" id="{86270B3B-62D5-4D68-A97E-5701BF79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23950" y="2200275"/>
            <a:ext cx="20383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F8795"/>
            </a:solidFill>
            <a:prstDash val="solid"/>
          </a:ln>
        </p:spPr>
      </p:sp>
      <p:sp>
        <p:nvSpPr>
          <p:cNvPr id="51" name="FIG2_SHARED__048__BACKBONE_TO_DISTANCE__SHAFT">
            <a:extLst xmlns:a="http://schemas.openxmlformats.org/drawingml/2006/main">
              <a:ext uri="{FF2B5EF4-FFF2-40B4-BE49-F238E27FC236}">
                <a16:creationId xmlns:a16="http://schemas.microsoft.com/office/drawing/2014/main" id="{626048A2-7E21-4AE7-93DA-67148680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62300" y="2200275"/>
            <a:ext cx="381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26D7C"/>
            </a:solidFill>
            <a:prstDash val="solid"/>
          </a:ln>
        </p:spPr>
      </p:sp>
      <p:sp>
        <p:nvSpPr>
          <p:cNvPr id="52" name="FIG2_SHARED__048__BACKBONE_TO_DISTANCE__HEAD">
            <a:extLst xmlns:a="http://schemas.openxmlformats.org/drawingml/2006/main">
              <a:ext uri="{FF2B5EF4-FFF2-40B4-BE49-F238E27FC236}">
                <a16:creationId xmlns:a16="http://schemas.microsoft.com/office/drawing/2014/main" id="{9C921C3C-703B-440A-BD6F-5C117E83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71700"/>
            <a:ext cx="85725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D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FIG2_DISTANCE_SHARED__049__EDGE_1">
            <a:extLst xmlns:a="http://schemas.openxmlformats.org/drawingml/2006/main">
              <a:ext uri="{FF2B5EF4-FFF2-40B4-BE49-F238E27FC236}">
                <a16:creationId xmlns:a16="http://schemas.microsoft.com/office/drawing/2014/main" id="{3FE8A735-0B14-4AA2-85CB-FC1660BF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313938" y="2035683"/>
            <a:ext cx="84010" cy="180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26D7C"/>
            </a:solidFill>
            <a:prstDash val="solid"/>
          </a:ln>
        </p:spPr>
      </p:sp>
      <p:sp>
        <p:nvSpPr>
          <p:cNvPr id="54" name="FIG2_DISTANCE_SHARED__050__EDGE_2">
            <a:extLst xmlns:a="http://schemas.openxmlformats.org/drawingml/2006/main">
              <a:ext uri="{FF2B5EF4-FFF2-40B4-BE49-F238E27FC236}">
                <a16:creationId xmlns:a16="http://schemas.microsoft.com/office/drawing/2014/main" id="{7B9556A2-C43F-40D7-A0A3-E4A523C8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313938" y="2111121"/>
            <a:ext cx="191357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26D7C"/>
            </a:solidFill>
            <a:prstDash val="solid"/>
          </a:ln>
        </p:spPr>
      </p:sp>
      <p:sp>
        <p:nvSpPr>
          <p:cNvPr id="55" name="FIG2_DISTANCE_SHARED__051__EDGE_3">
            <a:extLst xmlns:a="http://schemas.openxmlformats.org/drawingml/2006/main">
              <a:ext uri="{FF2B5EF4-FFF2-40B4-BE49-F238E27FC236}">
                <a16:creationId xmlns:a16="http://schemas.microsoft.com/office/drawing/2014/main" id="{D851AB90-2A6C-4C40-8CF8-4DDCCB29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397949" y="2035683"/>
            <a:ext cx="107347" cy="754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526D7C"/>
            </a:solidFill>
            <a:prstDash val="solid"/>
          </a:ln>
        </p:spPr>
      </p:sp>
      <p:sp>
        <p:nvSpPr>
          <p:cNvPr id="56" name="FIG2_DISTANCE_SHARED__052__EDGE_4">
            <a:extLst xmlns:a="http://schemas.openxmlformats.org/drawingml/2006/main">
              <a:ext uri="{FF2B5EF4-FFF2-40B4-BE49-F238E27FC236}">
                <a16:creationId xmlns:a16="http://schemas.microsoft.com/office/drawing/2014/main" id="{92E02838-9424-4DD9-83CA-C6001C3B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05295" y="2044065"/>
            <a:ext cx="149352" cy="670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26D7C"/>
            </a:solidFill>
            <a:prstDash val="solid"/>
          </a:ln>
        </p:spPr>
      </p:sp>
      <p:sp>
        <p:nvSpPr>
          <p:cNvPr id="57" name="FIG2_DISTANCE_SHARED__053__EDGE_5">
            <a:extLst xmlns:a="http://schemas.openxmlformats.org/drawingml/2006/main">
              <a:ext uri="{FF2B5EF4-FFF2-40B4-BE49-F238E27FC236}">
                <a16:creationId xmlns:a16="http://schemas.microsoft.com/office/drawing/2014/main" id="{AE3EE00B-1601-48E3-B7D9-3A129810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05295" y="2111121"/>
            <a:ext cx="28003" cy="2221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26D7C"/>
            </a:solidFill>
            <a:prstDash val="solid"/>
          </a:ln>
        </p:spPr>
      </p:sp>
      <p:sp>
        <p:nvSpPr>
          <p:cNvPr id="58" name="FIG2_DISTANCE_SHARED__054__EDGE_6">
            <a:extLst xmlns:a="http://schemas.openxmlformats.org/drawingml/2006/main">
              <a:ext uri="{FF2B5EF4-FFF2-40B4-BE49-F238E27FC236}">
                <a16:creationId xmlns:a16="http://schemas.microsoft.com/office/drawing/2014/main" id="{13AC2ECF-406D-4440-A514-887F89EB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654647" y="2044065"/>
            <a:ext cx="42005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526D7C"/>
            </a:solidFill>
            <a:prstDash val="solid"/>
          </a:ln>
        </p:spPr>
      </p:sp>
      <p:sp>
        <p:nvSpPr>
          <p:cNvPr id="59" name="FIG2_DISTANCE_SHARED__055__EDGE_7">
            <a:extLst xmlns:a="http://schemas.openxmlformats.org/drawingml/2006/main">
              <a:ext uri="{FF2B5EF4-FFF2-40B4-BE49-F238E27FC236}">
                <a16:creationId xmlns:a16="http://schemas.microsoft.com/office/drawing/2014/main" id="{D1183801-ADB8-4EDC-8067-89CBED20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33299" y="2253615"/>
            <a:ext cx="163354" cy="796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526D7C"/>
            </a:solidFill>
            <a:prstDash val="solid"/>
          </a:ln>
        </p:spPr>
      </p:sp>
      <p:sp>
        <p:nvSpPr>
          <p:cNvPr id="60" name="FIG2_DISTANCE_SHARED__056__NODE_1">
            <a:extLst xmlns:a="http://schemas.openxmlformats.org/drawingml/2006/main">
              <a:ext uri="{FF2B5EF4-FFF2-40B4-BE49-F238E27FC236}">
                <a16:creationId xmlns:a16="http://schemas.microsoft.com/office/drawing/2014/main" id="{968AB594-D12F-4DBA-85D7-1D1BB24F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553" y="2183511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526D7C"/>
            </a:solidFill>
            <a:prstDash val="solid"/>
          </a:ln>
        </p:spPr>
      </p:sp>
      <p:sp>
        <p:nvSpPr>
          <p:cNvPr id="61" name="FIG2_DISTANCE_SHARED__057__NODE_2">
            <a:extLst xmlns:a="http://schemas.openxmlformats.org/drawingml/2006/main">
              <a:ext uri="{FF2B5EF4-FFF2-40B4-BE49-F238E27FC236}">
                <a16:creationId xmlns:a16="http://schemas.microsoft.com/office/drawing/2014/main" id="{8105A60E-8FB7-487D-8282-0EB91AD4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564" y="2003298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526D7C"/>
            </a:solidFill>
            <a:prstDash val="solid"/>
          </a:ln>
        </p:spPr>
      </p:sp>
      <p:sp>
        <p:nvSpPr>
          <p:cNvPr id="62" name="FIG2_DISTANCE_SHARED__058__NODE_3">
            <a:extLst xmlns:a="http://schemas.openxmlformats.org/drawingml/2006/main">
              <a:ext uri="{FF2B5EF4-FFF2-40B4-BE49-F238E27FC236}">
                <a16:creationId xmlns:a16="http://schemas.microsoft.com/office/drawing/2014/main" id="{3FB4AACF-9AD5-4726-9C4E-093BD4C1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910" y="2078736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526D7C"/>
            </a:solidFill>
            <a:prstDash val="solid"/>
          </a:ln>
        </p:spPr>
      </p:sp>
      <p:sp>
        <p:nvSpPr>
          <p:cNvPr id="63" name="FIG2_DISTANCE_SHARED__059__NODE_4">
            <a:extLst xmlns:a="http://schemas.openxmlformats.org/drawingml/2006/main">
              <a:ext uri="{FF2B5EF4-FFF2-40B4-BE49-F238E27FC236}">
                <a16:creationId xmlns:a16="http://schemas.microsoft.com/office/drawing/2014/main" id="{183E3129-2E0B-4C38-924D-75AA46DF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2262" y="2011680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526D7C"/>
            </a:solidFill>
            <a:prstDash val="solid"/>
          </a:ln>
        </p:spPr>
      </p:sp>
      <p:sp>
        <p:nvSpPr>
          <p:cNvPr id="64" name="FIG2_DISTANCE_SHARED__060__NODE_5">
            <a:extLst xmlns:a="http://schemas.openxmlformats.org/drawingml/2006/main">
              <a:ext uri="{FF2B5EF4-FFF2-40B4-BE49-F238E27FC236}">
                <a16:creationId xmlns:a16="http://schemas.microsoft.com/office/drawing/2014/main" id="{1ED2EDB7-D864-4CB1-92E9-D2D57A39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4268" y="2221230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526D7C"/>
            </a:solidFill>
            <a:prstDash val="solid"/>
          </a:ln>
        </p:spPr>
      </p:sp>
      <p:sp>
        <p:nvSpPr>
          <p:cNvPr id="65" name="FIG2_DISTANCE_SHARED__061__NODE_6">
            <a:extLst xmlns:a="http://schemas.openxmlformats.org/drawingml/2006/main">
              <a:ext uri="{FF2B5EF4-FFF2-40B4-BE49-F238E27FC236}">
                <a16:creationId xmlns:a16="http://schemas.microsoft.com/office/drawing/2014/main" id="{4BF51284-D024-417E-88AC-1F3F7AAD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914" y="2300859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526D7C"/>
            </a:solidFill>
            <a:prstDash val="solid"/>
          </a:ln>
        </p:spPr>
      </p:sp>
      <p:sp>
        <p:nvSpPr>
          <p:cNvPr id="66" name="FIG2_DISTANCE_SHARED">
            <a:extLst xmlns:a="http://schemas.openxmlformats.org/drawingml/2006/main">
              <a:ext uri="{FF2B5EF4-FFF2-40B4-BE49-F238E27FC236}">
                <a16:creationId xmlns:a16="http://schemas.microsoft.com/office/drawing/2014/main" id="{B5B71965-2CB3-4136-BA02-C8A814BC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266950"/>
            <a:ext cx="1190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50" b="0" i="0">
                <a:solidFill>
                  <a:srgbClr val="526D7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526D7C"/>
                </a:solidFill>
                <a:latin typeface="Times New Roman"/>
                <a:ea typeface="Times New Roman"/>
                <a:cs typeface="Times New Roman"/>
              </a:rPr>
              <a:t>Distance Graph</a:t>
            </a:r>
          </a:p>
        </p:txBody>
      </p:sp>
      <p:sp>
        <p:nvSpPr>
          <p:cNvPr id="67" name="FIG2_MACRO_STREAM__062__TRAIN_ONLY">
            <a:extLst xmlns:a="http://schemas.openxmlformats.org/drawingml/2006/main">
              <a:ext uri="{FF2B5EF4-FFF2-40B4-BE49-F238E27FC236}">
                <a16:creationId xmlns:a16="http://schemas.microsoft.com/office/drawing/2014/main" id="{420441F2-C995-44D1-A23C-1A245EA6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71525"/>
            <a:ext cx="619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rPr>
              <a:t>train-only</a:t>
            </a:r>
          </a:p>
        </p:txBody>
      </p:sp>
      <p:sp>
        <p:nvSpPr>
          <p:cNvPr id="68" name="FIG2_MACRO_STREAM__PATV__063__WAVE_1">
            <a:extLst xmlns:a="http://schemas.openxmlformats.org/drawingml/2006/main">
              <a:ext uri="{FF2B5EF4-FFF2-40B4-BE49-F238E27FC236}">
                <a16:creationId xmlns:a16="http://schemas.microsoft.com/office/drawing/2014/main" id="{2241335E-EBC8-4CAF-B2A6-A1FFA128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609725" y="1073944"/>
            <a:ext cx="46434" cy="595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2D8F88"/>
            </a:solidFill>
            <a:prstDash val="solid"/>
          </a:ln>
        </p:spPr>
      </p:sp>
      <p:sp>
        <p:nvSpPr>
          <p:cNvPr id="69" name="FIG2_MACRO_STREAM__PATV__064__WAVE_2">
            <a:extLst xmlns:a="http://schemas.openxmlformats.org/drawingml/2006/main">
              <a:ext uri="{FF2B5EF4-FFF2-40B4-BE49-F238E27FC236}">
                <a16:creationId xmlns:a16="http://schemas.microsoft.com/office/drawing/2014/main" id="{2CD6AB23-E335-4165-BC67-0D1D25CC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656159" y="1014413"/>
            <a:ext cx="46434" cy="595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2D8F88"/>
            </a:solidFill>
            <a:prstDash val="solid"/>
          </a:ln>
        </p:spPr>
      </p:sp>
      <p:sp>
        <p:nvSpPr>
          <p:cNvPr id="70" name="FIG2_MACRO_STREAM__PATV__065__WAVE_3">
            <a:extLst xmlns:a="http://schemas.openxmlformats.org/drawingml/2006/main">
              <a:ext uri="{FF2B5EF4-FFF2-40B4-BE49-F238E27FC236}">
                <a16:creationId xmlns:a16="http://schemas.microsoft.com/office/drawing/2014/main" id="{C3076506-F114-4BF8-9244-0F49A488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02594" y="1014413"/>
            <a:ext cx="46434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2D8F88"/>
            </a:solidFill>
            <a:prstDash val="solid"/>
          </a:ln>
        </p:spPr>
      </p:sp>
      <p:sp>
        <p:nvSpPr>
          <p:cNvPr id="71" name="FIG2_MACRO_STREAM__PATV__066__WAVE_4">
            <a:extLst xmlns:a="http://schemas.openxmlformats.org/drawingml/2006/main">
              <a:ext uri="{FF2B5EF4-FFF2-40B4-BE49-F238E27FC236}">
                <a16:creationId xmlns:a16="http://schemas.microsoft.com/office/drawing/2014/main" id="{DDEA8465-C4EF-406E-B380-C9D9D57A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49028" y="971550"/>
            <a:ext cx="46434" cy="619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2D8F88"/>
            </a:solidFill>
            <a:prstDash val="solid"/>
          </a:ln>
        </p:spPr>
      </p:sp>
      <p:sp>
        <p:nvSpPr>
          <p:cNvPr id="72" name="FIG2_MACRO_STREAM__PATV__067__WAVE_5">
            <a:extLst xmlns:a="http://schemas.openxmlformats.org/drawingml/2006/main">
              <a:ext uri="{FF2B5EF4-FFF2-40B4-BE49-F238E27FC236}">
                <a16:creationId xmlns:a16="http://schemas.microsoft.com/office/drawing/2014/main" id="{EE309702-AA8A-4D9C-8697-5E2530D7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95463" y="971550"/>
            <a:ext cx="46434" cy="357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2D8F88"/>
            </a:solidFill>
            <a:prstDash val="solid"/>
          </a:ln>
        </p:spPr>
      </p:sp>
      <p:sp>
        <p:nvSpPr>
          <p:cNvPr id="73" name="FIG2_MACRO_STREAM__PATV__068__WAVE_6">
            <a:extLst xmlns:a="http://schemas.openxmlformats.org/drawingml/2006/main">
              <a:ext uri="{FF2B5EF4-FFF2-40B4-BE49-F238E27FC236}">
                <a16:creationId xmlns:a16="http://schemas.microsoft.com/office/drawing/2014/main" id="{684DEF7A-D017-4064-A347-961D236F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841897" y="962025"/>
            <a:ext cx="46434" cy="45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2D8F88"/>
            </a:solidFill>
            <a:prstDash val="solid"/>
          </a:ln>
        </p:spPr>
      </p:sp>
      <p:sp>
        <p:nvSpPr>
          <p:cNvPr id="74" name="FIG2_MACRO_STREAM__PATV__069__WAVE_7">
            <a:extLst xmlns:a="http://schemas.openxmlformats.org/drawingml/2006/main">
              <a:ext uri="{FF2B5EF4-FFF2-40B4-BE49-F238E27FC236}">
                <a16:creationId xmlns:a16="http://schemas.microsoft.com/office/drawing/2014/main" id="{79C4E80A-A2DA-44F4-B039-746933D4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88331" y="962025"/>
            <a:ext cx="46434" cy="33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2D8F88"/>
            </a:solidFill>
            <a:prstDash val="solid"/>
          </a:ln>
        </p:spPr>
      </p:sp>
      <p:sp>
        <p:nvSpPr>
          <p:cNvPr id="75" name="FIG2_MACRO_STREAM__PATV__070__WAVE_8">
            <a:extLst xmlns:a="http://schemas.openxmlformats.org/drawingml/2006/main">
              <a:ext uri="{FF2B5EF4-FFF2-40B4-BE49-F238E27FC236}">
                <a16:creationId xmlns:a16="http://schemas.microsoft.com/office/drawing/2014/main" id="{25C608CF-89FC-4CC4-B9F3-16B2D8D5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34766" y="952500"/>
            <a:ext cx="46434" cy="428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2D8F88"/>
            </a:solidFill>
            <a:prstDash val="solid"/>
          </a:ln>
        </p:spPr>
      </p:sp>
      <p:sp>
        <p:nvSpPr>
          <p:cNvPr id="76" name="FIG2_MACRO_STREAM">
            <a:extLst xmlns:a="http://schemas.openxmlformats.org/drawingml/2006/main">
              <a:ext uri="{FF2B5EF4-FFF2-40B4-BE49-F238E27FC236}">
                <a16:creationId xmlns:a16="http://schemas.microsoft.com/office/drawing/2014/main" id="{4580557C-D05D-4C1A-881F-5FF2BAF5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71575"/>
            <a:ext cx="733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 i="0">
                <a:solidFill>
                  <a:srgbClr val="2D8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i="0">
                <a:solidFill>
                  <a:srgbClr val="2D8F88"/>
                </a:solidFill>
                <a:latin typeface="Times New Roman"/>
                <a:ea typeface="Times New Roman"/>
                <a:cs typeface="Times New Roman"/>
              </a:rPr>
              <a:t>Patv_raw</a:t>
            </a:r>
          </a:p>
        </p:txBody>
      </p:sp>
      <p:sp>
        <p:nvSpPr>
          <p:cNvPr id="77" name="FIG2_MACRO_STREAM__071__PATV_TO_TREND__SHAFT">
            <a:extLst xmlns:a="http://schemas.openxmlformats.org/drawingml/2006/main">
              <a:ext uri="{FF2B5EF4-FFF2-40B4-BE49-F238E27FC236}">
                <a16:creationId xmlns:a16="http://schemas.microsoft.com/office/drawing/2014/main" id="{44BD25CD-45F1-461F-8712-AA8EEC2D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00250" y="1038225"/>
            <a:ext cx="381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8F88"/>
            </a:solidFill>
            <a:prstDash val="solid"/>
          </a:ln>
        </p:spPr>
      </p:sp>
      <p:sp>
        <p:nvSpPr>
          <p:cNvPr id="78" name="FIG2_MACRO_STREAM__071__PATV_TO_TREND__HEAD">
            <a:extLst xmlns:a="http://schemas.openxmlformats.org/drawingml/2006/main">
              <a:ext uri="{FF2B5EF4-FFF2-40B4-BE49-F238E27FC236}">
                <a16:creationId xmlns:a16="http://schemas.microsoft.com/office/drawing/2014/main" id="{EC856F91-0131-4F4A-95E5-64B77CE6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009650"/>
            <a:ext cx="85725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8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FIG2_MACRO_STREAM__TREND_RAW__072__WAVE_1">
            <a:extLst xmlns:a="http://schemas.openxmlformats.org/drawingml/2006/main">
              <a:ext uri="{FF2B5EF4-FFF2-40B4-BE49-F238E27FC236}">
                <a16:creationId xmlns:a16="http://schemas.microsoft.com/office/drawing/2014/main" id="{470BD04D-3ADD-4569-B464-D1F3169D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24075" y="980752"/>
            <a:ext cx="47625" cy="479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2D8F88"/>
            </a:solidFill>
            <a:prstDash val="solid"/>
          </a:ln>
        </p:spPr>
      </p:sp>
      <p:sp>
        <p:nvSpPr>
          <p:cNvPr id="80" name="FIG2_MACRO_STREAM__TREND_RAW__073__WAVE_2">
            <a:extLst xmlns:a="http://schemas.openxmlformats.org/drawingml/2006/main">
              <a:ext uri="{FF2B5EF4-FFF2-40B4-BE49-F238E27FC236}">
                <a16:creationId xmlns:a16="http://schemas.microsoft.com/office/drawing/2014/main" id="{901604C9-4B39-42AA-9CB5-B9F813DD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171700" y="980752"/>
            <a:ext cx="47625" cy="213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2D8F88"/>
            </a:solidFill>
            <a:prstDash val="solid"/>
          </a:ln>
        </p:spPr>
      </p:sp>
      <p:sp>
        <p:nvSpPr>
          <p:cNvPr id="81" name="FIG2_MACRO_STREAM__TREND_RAW__074__WAVE_3">
            <a:extLst xmlns:a="http://schemas.openxmlformats.org/drawingml/2006/main">
              <a:ext uri="{FF2B5EF4-FFF2-40B4-BE49-F238E27FC236}">
                <a16:creationId xmlns:a16="http://schemas.microsoft.com/office/drawing/2014/main" id="{F33CEAF6-E5E1-4D78-87CD-81163BB4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219325" y="959442"/>
            <a:ext cx="47625" cy="426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2D8F88"/>
            </a:solidFill>
            <a:prstDash val="solid"/>
          </a:ln>
        </p:spPr>
      </p:sp>
      <p:sp>
        <p:nvSpPr>
          <p:cNvPr id="82" name="FIG2_MACRO_STREAM__TREND_RAW__075__WAVE_4">
            <a:extLst xmlns:a="http://schemas.openxmlformats.org/drawingml/2006/main">
              <a:ext uri="{FF2B5EF4-FFF2-40B4-BE49-F238E27FC236}">
                <a16:creationId xmlns:a16="http://schemas.microsoft.com/office/drawing/2014/main" id="{DF4BE326-7C2F-4A56-9DEE-B9A86D2E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66950" y="959442"/>
            <a:ext cx="47625" cy="106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2D8F88"/>
            </a:solidFill>
            <a:prstDash val="solid"/>
          </a:ln>
        </p:spPr>
      </p:sp>
      <p:sp>
        <p:nvSpPr>
          <p:cNvPr id="83" name="FIG2_MACRO_STREAM__TREND_RAW__076__WAVE_5">
            <a:extLst xmlns:a="http://schemas.openxmlformats.org/drawingml/2006/main">
              <a:ext uri="{FF2B5EF4-FFF2-40B4-BE49-F238E27FC236}">
                <a16:creationId xmlns:a16="http://schemas.microsoft.com/office/drawing/2014/main" id="{E49491A4-B2C8-4532-9D8E-B127D5B7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314575" y="938132"/>
            <a:ext cx="47625" cy="319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2D8F88"/>
            </a:solidFill>
            <a:prstDash val="solid"/>
          </a:ln>
        </p:spPr>
      </p:sp>
      <p:sp>
        <p:nvSpPr>
          <p:cNvPr id="84" name="FIG2_MACRO_STREAM__TREND_RAW__077__WAVE_6">
            <a:extLst xmlns:a="http://schemas.openxmlformats.org/drawingml/2006/main">
              <a:ext uri="{FF2B5EF4-FFF2-40B4-BE49-F238E27FC236}">
                <a16:creationId xmlns:a16="http://schemas.microsoft.com/office/drawing/2014/main" id="{A7D2109A-0B5B-4FB6-A195-E62140EF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362200" y="938132"/>
            <a:ext cx="47625" cy="71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2D8F88"/>
            </a:solidFill>
            <a:prstDash val="solid"/>
          </a:ln>
        </p:spPr>
      </p:sp>
      <p:sp>
        <p:nvSpPr>
          <p:cNvPr id="85" name="FIG2_MACRO_STREAM__TREND_RAW__078__WAVE_7">
            <a:extLst xmlns:a="http://schemas.openxmlformats.org/drawingml/2006/main">
              <a:ext uri="{FF2B5EF4-FFF2-40B4-BE49-F238E27FC236}">
                <a16:creationId xmlns:a16="http://schemas.microsoft.com/office/drawing/2014/main" id="{341B09CB-B457-43A4-8A82-CE375DED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409825" y="923925"/>
            <a:ext cx="47625" cy="213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2D8F88"/>
            </a:solidFill>
            <a:prstDash val="solid"/>
          </a:ln>
        </p:spPr>
      </p:sp>
      <p:sp>
        <p:nvSpPr>
          <p:cNvPr id="86" name="FIG2_MACRO_STREAM__TREND__079__WAVE_1">
            <a:extLst xmlns:a="http://schemas.openxmlformats.org/drawingml/2006/main">
              <a:ext uri="{FF2B5EF4-FFF2-40B4-BE49-F238E27FC236}">
                <a16:creationId xmlns:a16="http://schemas.microsoft.com/office/drawing/2014/main" id="{64917E0A-D604-401E-B51C-911C39D2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24075" y="1142087"/>
            <a:ext cx="47625" cy="104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2D8F88"/>
            </a:solidFill>
            <a:prstDash val="solid"/>
          </a:ln>
        </p:spPr>
      </p:sp>
      <p:sp>
        <p:nvSpPr>
          <p:cNvPr id="87" name="FIG2_MACRO_STREAM__TREND__080__WAVE_2">
            <a:extLst xmlns:a="http://schemas.openxmlformats.org/drawingml/2006/main">
              <a:ext uri="{FF2B5EF4-FFF2-40B4-BE49-F238E27FC236}">
                <a16:creationId xmlns:a16="http://schemas.microsoft.com/office/drawing/2014/main" id="{94630F95-E5A1-4623-B6F7-31716F04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71700" y="1130604"/>
            <a:ext cx="47625" cy="114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2D8F88"/>
            </a:solidFill>
            <a:prstDash val="solid"/>
          </a:ln>
        </p:spPr>
      </p:sp>
      <p:sp>
        <p:nvSpPr>
          <p:cNvPr id="88" name="FIG2_MACRO_STREAM__TREND__081__WAVE_3">
            <a:extLst xmlns:a="http://schemas.openxmlformats.org/drawingml/2006/main">
              <a:ext uri="{FF2B5EF4-FFF2-40B4-BE49-F238E27FC236}">
                <a16:creationId xmlns:a16="http://schemas.microsoft.com/office/drawing/2014/main" id="{7E640469-B34A-4892-A414-9473974E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219325" y="1118078"/>
            <a:ext cx="47625" cy="125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2D8F88"/>
            </a:solidFill>
            <a:prstDash val="solid"/>
          </a:ln>
        </p:spPr>
      </p:sp>
      <p:sp>
        <p:nvSpPr>
          <p:cNvPr id="89" name="FIG2_MACRO_STREAM__TREND__082__WAVE_4">
            <a:extLst xmlns:a="http://schemas.openxmlformats.org/drawingml/2006/main">
              <a:ext uri="{FF2B5EF4-FFF2-40B4-BE49-F238E27FC236}">
                <a16:creationId xmlns:a16="http://schemas.microsoft.com/office/drawing/2014/main" id="{CC1E4AD2-7477-4151-B6C6-08E1C408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266950" y="1106596"/>
            <a:ext cx="47625" cy="114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2D8F88"/>
            </a:solidFill>
            <a:prstDash val="solid"/>
          </a:ln>
        </p:spPr>
      </p:sp>
      <p:sp>
        <p:nvSpPr>
          <p:cNvPr id="90" name="FIG2_MACRO_STREAM__TREND__083__WAVE_5">
            <a:extLst xmlns:a="http://schemas.openxmlformats.org/drawingml/2006/main">
              <a:ext uri="{FF2B5EF4-FFF2-40B4-BE49-F238E27FC236}">
                <a16:creationId xmlns:a16="http://schemas.microsoft.com/office/drawing/2014/main" id="{E025870B-B9B6-4F38-AB53-1F6C21D0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314575" y="1096158"/>
            <a:ext cx="47625" cy="104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2D8F88"/>
            </a:solidFill>
            <a:prstDash val="solid"/>
          </a:ln>
        </p:spPr>
      </p:sp>
      <p:sp>
        <p:nvSpPr>
          <p:cNvPr id="91" name="FIG2_MACRO_STREAM__TREND__084__WAVE_6">
            <a:extLst xmlns:a="http://schemas.openxmlformats.org/drawingml/2006/main">
              <a:ext uri="{FF2B5EF4-FFF2-40B4-BE49-F238E27FC236}">
                <a16:creationId xmlns:a16="http://schemas.microsoft.com/office/drawing/2014/main" id="{EAF62E44-8688-4F17-8FDD-EC0454A1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362200" y="1085720"/>
            <a:ext cx="47625" cy="104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2D8F88"/>
            </a:solidFill>
            <a:prstDash val="solid"/>
          </a:ln>
        </p:spPr>
      </p:sp>
      <p:sp>
        <p:nvSpPr>
          <p:cNvPr id="92" name="FIG2_MACRO_STREAM__TREND__085__WAVE_7">
            <a:extLst xmlns:a="http://schemas.openxmlformats.org/drawingml/2006/main">
              <a:ext uri="{FF2B5EF4-FFF2-40B4-BE49-F238E27FC236}">
                <a16:creationId xmlns:a16="http://schemas.microsoft.com/office/drawing/2014/main" id="{46C6DD7E-DCC8-4CFD-A926-77A1979F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409825" y="1076325"/>
            <a:ext cx="47625" cy="93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2D8F88"/>
            </a:solidFill>
            <a:prstDash val="solid"/>
          </a:ln>
        </p:spPr>
      </p:sp>
      <p:sp>
        <p:nvSpPr>
          <p:cNvPr id="93" name="FIG2_MACRO_STREAM__086__TREND_EXTRACTION">
            <a:extLst xmlns:a="http://schemas.openxmlformats.org/drawingml/2006/main">
              <a:ext uri="{FF2B5EF4-FFF2-40B4-BE49-F238E27FC236}">
                <a16:creationId xmlns:a16="http://schemas.microsoft.com/office/drawing/2014/main" id="{8C9376F5-002C-46F6-9120-F70B87FA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714375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rPr>
              <a:t>Trend extraction</a:t>
            </a:r>
          </a:p>
        </p:txBody>
      </p:sp>
      <p:sp>
        <p:nvSpPr>
          <p:cNvPr id="94" name="FIG2_MACRO_STREAM__087__TREND_TO_SIM__SHAFT">
            <a:extLst xmlns:a="http://schemas.openxmlformats.org/drawingml/2006/main">
              <a:ext uri="{FF2B5EF4-FFF2-40B4-BE49-F238E27FC236}">
                <a16:creationId xmlns:a16="http://schemas.microsoft.com/office/drawing/2014/main" id="{DF9B54C5-7053-4244-9CB9-F9E8A6C6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476500" y="1038225"/>
            <a:ext cx="190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8F88"/>
            </a:solidFill>
            <a:prstDash val="solid"/>
          </a:ln>
        </p:spPr>
      </p:sp>
      <p:sp>
        <p:nvSpPr>
          <p:cNvPr id="95" name="FIG2_MACRO_STREAM__087__TREND_TO_SIM__HEAD">
            <a:extLst xmlns:a="http://schemas.openxmlformats.org/drawingml/2006/main">
              <a:ext uri="{FF2B5EF4-FFF2-40B4-BE49-F238E27FC236}">
                <a16:creationId xmlns:a16="http://schemas.microsoft.com/office/drawing/2014/main" id="{17A8EE19-FAB2-476F-9E15-5FF133C5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009650"/>
            <a:ext cx="66675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8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FIG2_MACRO_STREAM__PEARSON_A__088__WAVE_1">
            <a:extLst xmlns:a="http://schemas.openxmlformats.org/drawingml/2006/main">
              <a:ext uri="{FF2B5EF4-FFF2-40B4-BE49-F238E27FC236}">
                <a16:creationId xmlns:a16="http://schemas.microsoft.com/office/drawing/2014/main" id="{5B593B18-30AF-4A2D-98CB-66091B0B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552700" y="899432"/>
            <a:ext cx="46264" cy="816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97" name="FIG2_MACRO_STREAM__PEARSON_A__089__WAVE_2">
            <a:extLst xmlns:a="http://schemas.openxmlformats.org/drawingml/2006/main">
              <a:ext uri="{FF2B5EF4-FFF2-40B4-BE49-F238E27FC236}">
                <a16:creationId xmlns:a16="http://schemas.microsoft.com/office/drawing/2014/main" id="{E9B695C7-E57F-48EB-AB99-1D39C9B8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98964" y="899432"/>
            <a:ext cx="46264" cy="244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98" name="FIG2_MACRO_STREAM__PEARSON_A__090__WAVE_3">
            <a:extLst xmlns:a="http://schemas.openxmlformats.org/drawingml/2006/main">
              <a:ext uri="{FF2B5EF4-FFF2-40B4-BE49-F238E27FC236}">
                <a16:creationId xmlns:a16="http://schemas.microsoft.com/office/drawing/2014/main" id="{F9D448CE-DF50-46B0-B28C-17097814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45229" y="866775"/>
            <a:ext cx="46264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99" name="FIG2_MACRO_STREAM__PEARSON_A__091__WAVE_4">
            <a:extLst xmlns:a="http://schemas.openxmlformats.org/drawingml/2006/main">
              <a:ext uri="{FF2B5EF4-FFF2-40B4-BE49-F238E27FC236}">
                <a16:creationId xmlns:a16="http://schemas.microsoft.com/office/drawing/2014/main" id="{E46DD40D-9601-4A65-B719-AFDC0F3E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91493" y="866775"/>
            <a:ext cx="46264" cy="734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100" name="FIG2_MACRO_STREAM__PEARSON_A__092__WAVE_5">
            <a:extLst xmlns:a="http://schemas.openxmlformats.org/drawingml/2006/main">
              <a:ext uri="{FF2B5EF4-FFF2-40B4-BE49-F238E27FC236}">
                <a16:creationId xmlns:a16="http://schemas.microsoft.com/office/drawing/2014/main" id="{7F3A6DC1-A34C-4AEF-BCDA-B353D8BD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37757" y="886369"/>
            <a:ext cx="46264" cy="538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101" name="FIG2_MACRO_STREAM__PEARSON_A__093__WAVE_6">
            <a:extLst xmlns:a="http://schemas.openxmlformats.org/drawingml/2006/main">
              <a:ext uri="{FF2B5EF4-FFF2-40B4-BE49-F238E27FC236}">
                <a16:creationId xmlns:a16="http://schemas.microsoft.com/office/drawing/2014/main" id="{E7BC2973-578F-4CB4-B290-EB6B9FAF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84021" y="886369"/>
            <a:ext cx="46264" cy="261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102" name="FIG2_MACRO_STREAM__PEARSON_A__094__WAVE_7">
            <a:extLst xmlns:a="http://schemas.openxmlformats.org/drawingml/2006/main">
              <a:ext uri="{FF2B5EF4-FFF2-40B4-BE49-F238E27FC236}">
                <a16:creationId xmlns:a16="http://schemas.microsoft.com/office/drawing/2014/main" id="{3120329B-3CFD-4361-B7B7-47FE2BB4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830286" y="870041"/>
            <a:ext cx="46264" cy="424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103" name="FIG2_MACRO_STREAM__PEARSON_B__095__WAVE_1">
            <a:extLst xmlns:a="http://schemas.openxmlformats.org/drawingml/2006/main">
              <a:ext uri="{FF2B5EF4-FFF2-40B4-BE49-F238E27FC236}">
                <a16:creationId xmlns:a16="http://schemas.microsoft.com/office/drawing/2014/main" id="{6489B5D7-02F6-4C0A-9DD9-5CF24139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552700" y="1085225"/>
            <a:ext cx="46264" cy="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104" name="FIG2_MACRO_STREAM__PEARSON_B__096__WAVE_2">
            <a:extLst xmlns:a="http://schemas.openxmlformats.org/drawingml/2006/main">
              <a:ext uri="{FF2B5EF4-FFF2-40B4-BE49-F238E27FC236}">
                <a16:creationId xmlns:a16="http://schemas.microsoft.com/office/drawing/2014/main" id="{794E0A70-2304-42FF-9593-7C7F4F41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98964" y="1085225"/>
            <a:ext cx="46264" cy="149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105" name="FIG2_MACRO_STREAM__PEARSON_B__097__WAVE_3">
            <a:extLst xmlns:a="http://schemas.openxmlformats.org/drawingml/2006/main">
              <a:ext uri="{FF2B5EF4-FFF2-40B4-BE49-F238E27FC236}">
                <a16:creationId xmlns:a16="http://schemas.microsoft.com/office/drawing/2014/main" id="{22E775F5-A58F-49A8-8735-35CB0C01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45229" y="1047750"/>
            <a:ext cx="46264" cy="524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106" name="FIG2_MACRO_STREAM__PEARSON_B__098__WAVE_4">
            <a:extLst xmlns:a="http://schemas.openxmlformats.org/drawingml/2006/main">
              <a:ext uri="{FF2B5EF4-FFF2-40B4-BE49-F238E27FC236}">
                <a16:creationId xmlns:a16="http://schemas.microsoft.com/office/drawing/2014/main" id="{950E2892-DD4A-4FBB-A31A-7EB64D86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91493" y="1047750"/>
            <a:ext cx="46264" cy="693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107" name="FIG2_MACRO_STREAM__PEARSON_B__099__WAVE_5">
            <a:extLst xmlns:a="http://schemas.openxmlformats.org/drawingml/2006/main">
              <a:ext uri="{FF2B5EF4-FFF2-40B4-BE49-F238E27FC236}">
                <a16:creationId xmlns:a16="http://schemas.microsoft.com/office/drawing/2014/main" id="{A7FE70E3-97A7-44BB-9102-5A2B4C23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37757" y="1070235"/>
            <a:ext cx="46264" cy="468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108" name="FIG2_MACRO_STREAM__PEARSON_B__100__WAVE_6">
            <a:extLst xmlns:a="http://schemas.openxmlformats.org/drawingml/2006/main">
              <a:ext uri="{FF2B5EF4-FFF2-40B4-BE49-F238E27FC236}">
                <a16:creationId xmlns:a16="http://schemas.microsoft.com/office/drawing/2014/main" id="{4D1409D9-4A64-4A06-88D6-957B8E50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84021" y="1070235"/>
            <a:ext cx="46264" cy="168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109" name="FIG2_MACRO_STREAM__PEARSON_B__101__WAVE_7">
            <a:extLst xmlns:a="http://schemas.openxmlformats.org/drawingml/2006/main">
              <a:ext uri="{FF2B5EF4-FFF2-40B4-BE49-F238E27FC236}">
                <a16:creationId xmlns:a16="http://schemas.microsoft.com/office/drawing/2014/main" id="{B50A7C54-C1CA-4195-866C-12F137FA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830286" y="1051498"/>
            <a:ext cx="46264" cy="356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110" name="FIG2_MACRO_STREAM__102__RHO">
            <a:extLst xmlns:a="http://schemas.openxmlformats.org/drawingml/2006/main">
              <a:ext uri="{FF2B5EF4-FFF2-40B4-BE49-F238E27FC236}">
                <a16:creationId xmlns:a16="http://schemas.microsoft.com/office/drawing/2014/main" id="{8D811115-B351-4DA3-86B0-682F6797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952500"/>
            <a:ext cx="114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50" b="0" i="0">
                <a:solidFill>
                  <a:srgbClr val="2D8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2D8F88"/>
                </a:solidFill>
                <a:latin typeface="Times New Roman"/>
                <a:ea typeface="Times New Roman"/>
                <a:cs typeface="Times New Roman"/>
              </a:rPr>
              <a:t>ρ</a:t>
            </a:r>
          </a:p>
        </p:txBody>
      </p:sp>
      <p:sp>
        <p:nvSpPr>
          <p:cNvPr id="111" name="FIG2_MACRO_STREAM__103__PEARSON_LABEL">
            <a:extLst xmlns:a="http://schemas.openxmlformats.org/drawingml/2006/main">
              <a:ext uri="{FF2B5EF4-FFF2-40B4-BE49-F238E27FC236}">
                <a16:creationId xmlns:a16="http://schemas.microsoft.com/office/drawing/2014/main" id="{5503AC06-0B75-4150-8023-17C7DDCE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2001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Trend Pearson</a:t>
            </a:r>
          </a:p>
          <a:p xmlns:a="http://schemas.openxmlformats.org/drawingml/2006/main"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Correlation Graph</a:t>
            </a:r>
          </a:p>
        </p:txBody>
      </p:sp>
      <p:sp>
        <p:nvSpPr>
          <p:cNvPr id="112" name="FIG2_MACRO_STREAM__104__SIM_TO_DENSE__SHAFT">
            <a:extLst xmlns:a="http://schemas.openxmlformats.org/drawingml/2006/main">
              <a:ext uri="{FF2B5EF4-FFF2-40B4-BE49-F238E27FC236}">
                <a16:creationId xmlns:a16="http://schemas.microsoft.com/office/drawing/2014/main" id="{C0AD1198-7A4B-41A2-84D2-C5BB692C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86075" y="1038225"/>
            <a:ext cx="95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8F88"/>
            </a:solidFill>
            <a:prstDash val="solid"/>
          </a:ln>
        </p:spPr>
      </p:sp>
      <p:sp>
        <p:nvSpPr>
          <p:cNvPr id="113" name="FIG2_MACRO_STREAM__104__SIM_TO_DENSE__HEAD">
            <a:extLst xmlns:a="http://schemas.openxmlformats.org/drawingml/2006/main">
              <a:ext uri="{FF2B5EF4-FFF2-40B4-BE49-F238E27FC236}">
                <a16:creationId xmlns:a16="http://schemas.microsoft.com/office/drawing/2014/main" id="{96E36B8B-8D19-4868-9AEE-0BDC8B2C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009650"/>
            <a:ext cx="47625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8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FIG2_MACRO_STREAM__DENSE__105__EDGE_1">
            <a:extLst xmlns:a="http://schemas.openxmlformats.org/drawingml/2006/main">
              <a:ext uri="{FF2B5EF4-FFF2-40B4-BE49-F238E27FC236}">
                <a16:creationId xmlns:a16="http://schemas.microsoft.com/office/drawing/2014/main" id="{8CAF039D-1470-43A3-8C54-F02C878A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954274" y="930021"/>
            <a:ext cx="46291" cy="114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2D8F88"/>
            </a:solidFill>
            <a:prstDash val="solid"/>
          </a:ln>
        </p:spPr>
      </p:sp>
      <p:sp>
        <p:nvSpPr>
          <p:cNvPr id="115" name="FIG2_MACRO_STREAM__DENSE__106__EDGE_2">
            <a:extLst xmlns:a="http://schemas.openxmlformats.org/drawingml/2006/main">
              <a:ext uri="{FF2B5EF4-FFF2-40B4-BE49-F238E27FC236}">
                <a16:creationId xmlns:a16="http://schemas.microsoft.com/office/drawing/2014/main" id="{7113A743-A954-4BEC-B86C-4DDBCB7F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954274" y="978027"/>
            <a:ext cx="105442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2D8F88"/>
            </a:solidFill>
            <a:prstDash val="solid"/>
          </a:ln>
        </p:spPr>
      </p:sp>
      <p:sp>
        <p:nvSpPr>
          <p:cNvPr id="116" name="FIG2_MACRO_STREAM__DENSE__107__EDGE_3">
            <a:extLst xmlns:a="http://schemas.openxmlformats.org/drawingml/2006/main">
              <a:ext uri="{FF2B5EF4-FFF2-40B4-BE49-F238E27FC236}">
                <a16:creationId xmlns:a16="http://schemas.microsoft.com/office/drawing/2014/main" id="{74FD4414-8FDD-43F8-8AF0-BDF43FB3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54274" y="1044702"/>
            <a:ext cx="120872" cy="746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2D8F88"/>
            </a:solidFill>
            <a:prstDash val="solid"/>
          </a:ln>
        </p:spPr>
      </p:sp>
      <p:sp>
        <p:nvSpPr>
          <p:cNvPr id="117" name="FIG2_MACRO_STREAM__DENSE__108__EDGE_4">
            <a:extLst xmlns:a="http://schemas.openxmlformats.org/drawingml/2006/main">
              <a:ext uri="{FF2B5EF4-FFF2-40B4-BE49-F238E27FC236}">
                <a16:creationId xmlns:a16="http://schemas.microsoft.com/office/drawing/2014/main" id="{010CD185-436F-4B13-929A-D02296F1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00566" y="930021"/>
            <a:ext cx="59150" cy="480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D8F88"/>
            </a:solidFill>
            <a:prstDash val="solid"/>
          </a:ln>
        </p:spPr>
      </p:sp>
      <p:sp>
        <p:nvSpPr>
          <p:cNvPr id="118" name="FIG2_MACRO_STREAM__DENSE__109__EDGE_5">
            <a:extLst xmlns:a="http://schemas.openxmlformats.org/drawingml/2006/main">
              <a:ext uri="{FF2B5EF4-FFF2-40B4-BE49-F238E27FC236}">
                <a16:creationId xmlns:a16="http://schemas.microsoft.com/office/drawing/2014/main" id="{A576DC90-03A3-4B92-B1A8-98465DD3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00566" y="930021"/>
            <a:ext cx="141446" cy="53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2D8F88"/>
            </a:solidFill>
            <a:prstDash val="solid"/>
          </a:ln>
        </p:spPr>
      </p:sp>
      <p:sp>
        <p:nvSpPr>
          <p:cNvPr id="119" name="FIG2_MACRO_STREAM__DENSE__110__EDGE_6">
            <a:extLst xmlns:a="http://schemas.openxmlformats.org/drawingml/2006/main">
              <a:ext uri="{FF2B5EF4-FFF2-40B4-BE49-F238E27FC236}">
                <a16:creationId xmlns:a16="http://schemas.microsoft.com/office/drawing/2014/main" id="{0A120206-45D9-43E9-B27A-8D86C592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00566" y="930021"/>
            <a:ext cx="74581" cy="1893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D8F88"/>
            </a:solidFill>
            <a:prstDash val="solid"/>
          </a:ln>
        </p:spPr>
      </p:sp>
      <p:sp>
        <p:nvSpPr>
          <p:cNvPr id="120" name="FIG2_MACRO_STREAM__DENSE__111__EDGE_7">
            <a:extLst xmlns:a="http://schemas.openxmlformats.org/drawingml/2006/main">
              <a:ext uri="{FF2B5EF4-FFF2-40B4-BE49-F238E27FC236}">
                <a16:creationId xmlns:a16="http://schemas.microsoft.com/office/drawing/2014/main" id="{3D18FEA1-6882-4543-80D0-847532FE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059716" y="935355"/>
            <a:ext cx="82296" cy="426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2D8F88"/>
            </a:solidFill>
            <a:prstDash val="solid"/>
          </a:ln>
        </p:spPr>
      </p:sp>
      <p:sp>
        <p:nvSpPr>
          <p:cNvPr id="121" name="FIG2_MACRO_STREAM__DENSE__112__EDGE_8">
            <a:extLst xmlns:a="http://schemas.openxmlformats.org/drawingml/2006/main">
              <a:ext uri="{FF2B5EF4-FFF2-40B4-BE49-F238E27FC236}">
                <a16:creationId xmlns:a16="http://schemas.microsoft.com/office/drawing/2014/main" id="{ECDB3681-2C41-4B81-8B66-C113AF48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59716" y="978027"/>
            <a:ext cx="105442" cy="906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D8F88"/>
            </a:solidFill>
            <a:prstDash val="solid"/>
          </a:ln>
        </p:spPr>
      </p:sp>
      <p:sp>
        <p:nvSpPr>
          <p:cNvPr id="122" name="FIG2_MACRO_STREAM__DENSE__113__EDGE_9">
            <a:extLst xmlns:a="http://schemas.openxmlformats.org/drawingml/2006/main">
              <a:ext uri="{FF2B5EF4-FFF2-40B4-BE49-F238E27FC236}">
                <a16:creationId xmlns:a16="http://schemas.microsoft.com/office/drawing/2014/main" id="{391DD686-F7DD-4C55-A02B-9FB8AC85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59716" y="978027"/>
            <a:ext cx="15431" cy="1413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2D8F88"/>
            </a:solidFill>
            <a:prstDash val="solid"/>
          </a:ln>
        </p:spPr>
      </p:sp>
      <p:sp>
        <p:nvSpPr>
          <p:cNvPr id="123" name="FIG2_MACRO_STREAM__DENSE__114__EDGE_10">
            <a:extLst xmlns:a="http://schemas.openxmlformats.org/drawingml/2006/main">
              <a:ext uri="{FF2B5EF4-FFF2-40B4-BE49-F238E27FC236}">
                <a16:creationId xmlns:a16="http://schemas.microsoft.com/office/drawing/2014/main" id="{A718F773-B5CA-45C3-A5FB-F8599DC1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2012" y="935355"/>
            <a:ext cx="23146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D8F88"/>
            </a:solidFill>
            <a:prstDash val="solid"/>
          </a:ln>
        </p:spPr>
      </p:sp>
      <p:sp>
        <p:nvSpPr>
          <p:cNvPr id="124" name="FIG2_MACRO_STREAM__DENSE__115__NODE_1">
            <a:extLst xmlns:a="http://schemas.openxmlformats.org/drawingml/2006/main">
              <a:ext uri="{FF2B5EF4-FFF2-40B4-BE49-F238E27FC236}">
                <a16:creationId xmlns:a16="http://schemas.microsoft.com/office/drawing/2014/main" id="{4B0502F6-D44D-4AC7-A3F1-4AB5BD25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889" y="1012317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125" name="FIG2_MACRO_STREAM__DENSE__116__NODE_2">
            <a:extLst xmlns:a="http://schemas.openxmlformats.org/drawingml/2006/main">
              <a:ext uri="{FF2B5EF4-FFF2-40B4-BE49-F238E27FC236}">
                <a16:creationId xmlns:a16="http://schemas.microsoft.com/office/drawing/2014/main" id="{AAB6B632-AF17-4C44-8C03-4319DF92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181" y="897636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126" name="FIG2_MACRO_STREAM__DENSE__117__NODE_3">
            <a:extLst xmlns:a="http://schemas.openxmlformats.org/drawingml/2006/main">
              <a:ext uri="{FF2B5EF4-FFF2-40B4-BE49-F238E27FC236}">
                <a16:creationId xmlns:a16="http://schemas.microsoft.com/office/drawing/2014/main" id="{8F28BC95-942F-4100-8133-A1BFD61E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331" y="945642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127" name="FIG2_MACRO_STREAM__DENSE__118__NODE_4">
            <a:extLst xmlns:a="http://schemas.openxmlformats.org/drawingml/2006/main">
              <a:ext uri="{FF2B5EF4-FFF2-40B4-BE49-F238E27FC236}">
                <a16:creationId xmlns:a16="http://schemas.microsoft.com/office/drawing/2014/main" id="{F7280C1A-5A7C-4376-BAFF-3906680F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27" y="902970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128" name="FIG2_MACRO_STREAM__DENSE__119__NODE_5">
            <a:extLst xmlns:a="http://schemas.openxmlformats.org/drawingml/2006/main">
              <a:ext uri="{FF2B5EF4-FFF2-40B4-BE49-F238E27FC236}">
                <a16:creationId xmlns:a16="http://schemas.microsoft.com/office/drawing/2014/main" id="{6AECD763-C158-43A6-883E-89B78A86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2773" y="1036320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129" name="FIG2_MACRO_STREAM__DENSE__120__NODE_6">
            <a:extLst xmlns:a="http://schemas.openxmlformats.org/drawingml/2006/main">
              <a:ext uri="{FF2B5EF4-FFF2-40B4-BE49-F238E27FC236}">
                <a16:creationId xmlns:a16="http://schemas.microsoft.com/office/drawing/2014/main" id="{CB3DE819-3564-45B6-8B5E-753F2D87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761" y="1086993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130" name="FIG2_MACRO_STREAM__121__K10">
            <a:extLst xmlns:a="http://schemas.openxmlformats.org/drawingml/2006/main">
              <a:ext uri="{FF2B5EF4-FFF2-40B4-BE49-F238E27FC236}">
                <a16:creationId xmlns:a16="http://schemas.microsoft.com/office/drawing/2014/main" id="{5B5A62D8-BE6A-4118-9BB4-495A3604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7429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0" i="0">
                <a:solidFill>
                  <a:srgbClr val="2D8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i="0">
                <a:solidFill>
                  <a:srgbClr val="2D8F88"/>
                </a:solidFill>
                <a:latin typeface="Times New Roman"/>
                <a:ea typeface="Times New Roman"/>
                <a:cs typeface="Times New Roman"/>
              </a:rPr>
              <a:t>K = 10</a:t>
            </a:r>
          </a:p>
        </p:txBody>
      </p:sp>
      <p:sp>
        <p:nvSpPr>
          <p:cNvPr id="131" name="FIG2_MACRO_STREAM__122__DENSE_TO_TREND_GRAPH__SHAFT">
            <a:extLst xmlns:a="http://schemas.openxmlformats.org/drawingml/2006/main">
              <a:ext uri="{FF2B5EF4-FFF2-40B4-BE49-F238E27FC236}">
                <a16:creationId xmlns:a16="http://schemas.microsoft.com/office/drawing/2014/main" id="{CE9AC9C9-0A57-4CD8-A148-C9F4CDA0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09925" y="1038225"/>
            <a:ext cx="285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8F88"/>
            </a:solidFill>
            <a:prstDash val="solid"/>
          </a:ln>
        </p:spPr>
      </p:sp>
      <p:sp>
        <p:nvSpPr>
          <p:cNvPr id="132" name="FIG2_MACRO_STREAM__122__DENSE_TO_TREND_GRAPH__HEAD">
            <a:extLst xmlns:a="http://schemas.openxmlformats.org/drawingml/2006/main">
              <a:ext uri="{FF2B5EF4-FFF2-40B4-BE49-F238E27FC236}">
                <a16:creationId xmlns:a16="http://schemas.microsoft.com/office/drawing/2014/main" id="{3FAFD43D-76A4-478B-AEF1-11C9B4B7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009650"/>
            <a:ext cx="85725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8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FIG2_MACRO_STREAM__TREND_GRAPH__123__EDGE_1">
            <a:extLst xmlns:a="http://schemas.openxmlformats.org/drawingml/2006/main">
              <a:ext uri="{FF2B5EF4-FFF2-40B4-BE49-F238E27FC236}">
                <a16:creationId xmlns:a16="http://schemas.microsoft.com/office/drawing/2014/main" id="{ED093988-4751-4712-B301-053A05D8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339084" y="931259"/>
            <a:ext cx="54864" cy="1187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D8F88"/>
            </a:solidFill>
            <a:prstDash val="solid"/>
          </a:ln>
        </p:spPr>
      </p:sp>
      <p:sp>
        <p:nvSpPr>
          <p:cNvPr id="134" name="FIG2_MACRO_STREAM__TREND_GRAPH__124__EDGE_2">
            <a:extLst xmlns:a="http://schemas.openxmlformats.org/drawingml/2006/main">
              <a:ext uri="{FF2B5EF4-FFF2-40B4-BE49-F238E27FC236}">
                <a16:creationId xmlns:a16="http://schemas.microsoft.com/office/drawing/2014/main" id="{60832ACF-D698-4758-82E9-FABF896F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339084" y="980980"/>
            <a:ext cx="124968" cy="690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D8F88"/>
            </a:solidFill>
            <a:prstDash val="solid"/>
          </a:ln>
        </p:spPr>
      </p:sp>
      <p:sp>
        <p:nvSpPr>
          <p:cNvPr id="135" name="FIG2_MACRO_STREAM__TREND_GRAPH__125__EDGE_3">
            <a:extLst xmlns:a="http://schemas.openxmlformats.org/drawingml/2006/main">
              <a:ext uri="{FF2B5EF4-FFF2-40B4-BE49-F238E27FC236}">
                <a16:creationId xmlns:a16="http://schemas.microsoft.com/office/drawing/2014/main" id="{851DAC13-5C38-4FCF-8A7D-25ADB19D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393948" y="931259"/>
            <a:ext cx="70104" cy="497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8F88"/>
            </a:solidFill>
            <a:prstDash val="solid"/>
          </a:ln>
        </p:spPr>
      </p:sp>
      <p:sp>
        <p:nvSpPr>
          <p:cNvPr id="136" name="FIG2_MACRO_STREAM__TREND_GRAPH__126__EDGE_4">
            <a:extLst xmlns:a="http://schemas.openxmlformats.org/drawingml/2006/main">
              <a:ext uri="{FF2B5EF4-FFF2-40B4-BE49-F238E27FC236}">
                <a16:creationId xmlns:a16="http://schemas.microsoft.com/office/drawing/2014/main" id="{FA51EB16-C5B3-40C9-82FB-2E40A127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64052" y="936784"/>
            <a:ext cx="97536" cy="44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137" name="FIG2_MACRO_STREAM__TREND_GRAPH__127__EDGE_5">
            <a:extLst xmlns:a="http://schemas.openxmlformats.org/drawingml/2006/main">
              <a:ext uri="{FF2B5EF4-FFF2-40B4-BE49-F238E27FC236}">
                <a16:creationId xmlns:a16="http://schemas.microsoft.com/office/drawing/2014/main" id="{E45AD9AC-3CF1-42A1-914A-738C2723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464052" y="980980"/>
            <a:ext cx="18288" cy="1463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D8F88"/>
            </a:solidFill>
            <a:prstDash val="solid"/>
          </a:ln>
        </p:spPr>
      </p:sp>
      <p:sp>
        <p:nvSpPr>
          <p:cNvPr id="138" name="FIG2_MACRO_STREAM__TREND_GRAPH__128__EDGE_6">
            <a:extLst xmlns:a="http://schemas.openxmlformats.org/drawingml/2006/main">
              <a:ext uri="{FF2B5EF4-FFF2-40B4-BE49-F238E27FC236}">
                <a16:creationId xmlns:a16="http://schemas.microsoft.com/office/drawing/2014/main" id="{82B53FBD-8273-4389-8F26-73E4B817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61588" y="936784"/>
            <a:ext cx="27432" cy="1381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2D8F88"/>
            </a:solidFill>
            <a:prstDash val="solid"/>
          </a:ln>
        </p:spPr>
      </p:sp>
      <p:sp>
        <p:nvSpPr>
          <p:cNvPr id="139" name="FIG2_MACRO_STREAM__TREND_GRAPH__129__EDGE_7">
            <a:extLst xmlns:a="http://schemas.openxmlformats.org/drawingml/2006/main">
              <a:ext uri="{FF2B5EF4-FFF2-40B4-BE49-F238E27FC236}">
                <a16:creationId xmlns:a16="http://schemas.microsoft.com/office/drawing/2014/main" id="{6EC81AE3-ED03-4A3A-96C1-4DB3EDEE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2340" y="1074896"/>
            <a:ext cx="106680" cy="524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2D8F88"/>
            </a:solidFill>
            <a:prstDash val="solid"/>
          </a:ln>
        </p:spPr>
      </p:sp>
      <p:sp>
        <p:nvSpPr>
          <p:cNvPr id="140" name="FIG2_MACRO_STREAM__TREND_GRAPH__130__NODE_1">
            <a:extLst xmlns:a="http://schemas.openxmlformats.org/drawingml/2006/main">
              <a:ext uri="{FF2B5EF4-FFF2-40B4-BE49-F238E27FC236}">
                <a16:creationId xmlns:a16="http://schemas.microsoft.com/office/drawing/2014/main" id="{A47EB230-C490-469C-A88D-03C70003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699" y="1017651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141" name="FIG2_MACRO_STREAM__TREND_GRAPH__131__NODE_2">
            <a:extLst xmlns:a="http://schemas.openxmlformats.org/drawingml/2006/main">
              <a:ext uri="{FF2B5EF4-FFF2-40B4-BE49-F238E27FC236}">
                <a16:creationId xmlns:a16="http://schemas.microsoft.com/office/drawing/2014/main" id="{385C1A0D-B688-4867-9189-ABA4C191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563" y="898874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142" name="FIG2_MACRO_STREAM__TREND_GRAPH__132__NODE_3">
            <a:extLst xmlns:a="http://schemas.openxmlformats.org/drawingml/2006/main">
              <a:ext uri="{FF2B5EF4-FFF2-40B4-BE49-F238E27FC236}">
                <a16:creationId xmlns:a16="http://schemas.microsoft.com/office/drawing/2014/main" id="{86C84D61-8A59-42CB-81E2-393160B9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667" y="948595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143" name="FIG2_MACRO_STREAM__TREND_GRAPH__133__NODE_4">
            <a:extLst xmlns:a="http://schemas.openxmlformats.org/drawingml/2006/main">
              <a:ext uri="{FF2B5EF4-FFF2-40B4-BE49-F238E27FC236}">
                <a16:creationId xmlns:a16="http://schemas.microsoft.com/office/drawing/2014/main" id="{FAAF091D-331F-409D-A62C-86DC7A1C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203" y="904399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144" name="FIG2_MACRO_STREAM__TREND_GRAPH__134__NODE_5">
            <a:extLst xmlns:a="http://schemas.openxmlformats.org/drawingml/2006/main">
              <a:ext uri="{FF2B5EF4-FFF2-40B4-BE49-F238E27FC236}">
                <a16:creationId xmlns:a16="http://schemas.microsoft.com/office/drawing/2014/main" id="{00E817E9-9FC2-4E33-9DFB-56D27092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1042511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145" name="FIG2_MACRO_STREAM__TREND_GRAPH__135__NODE_6">
            <a:extLst xmlns:a="http://schemas.openxmlformats.org/drawingml/2006/main">
              <a:ext uri="{FF2B5EF4-FFF2-40B4-BE49-F238E27FC236}">
                <a16:creationId xmlns:a16="http://schemas.microsoft.com/office/drawing/2014/main" id="{44EB0D8C-4E1C-405D-8B23-50DEE0C2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955" y="1094994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146" name="FIG2_MACRO_STREAM__136__TREND_GRAPH_LABEL">
            <a:extLst xmlns:a="http://schemas.openxmlformats.org/drawingml/2006/main">
              <a:ext uri="{FF2B5EF4-FFF2-40B4-BE49-F238E27FC236}">
                <a16:creationId xmlns:a16="http://schemas.microsoft.com/office/drawing/2014/main" id="{4EA10A2B-6707-4DFC-9638-370BA523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733425"/>
            <a:ext cx="800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 i="0">
                <a:solidFill>
                  <a:srgbClr val="2D8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i="0">
                <a:solidFill>
                  <a:srgbClr val="2D8F88"/>
                </a:solidFill>
                <a:latin typeface="Times New Roman"/>
                <a:ea typeface="Times New Roman"/>
                <a:cs typeface="Times New Roman"/>
              </a:rPr>
              <a:t>Trend Graph</a:t>
            </a:r>
          </a:p>
        </p:txBody>
      </p:sp>
      <p:sp>
        <p:nvSpPr>
          <p:cNvPr id="147" name="FIG2_MACRO_STREAM__137__TOPK_LABEL">
            <a:extLst xmlns:a="http://schemas.openxmlformats.org/drawingml/2006/main">
              <a:ext uri="{FF2B5EF4-FFF2-40B4-BE49-F238E27FC236}">
                <a16:creationId xmlns:a16="http://schemas.microsoft.com/office/drawing/2014/main" id="{4134E0A4-BD2D-4BFA-9948-C85E9E42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09725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rPr>
              <a:t>Top-K Sparsification &amp;</a:t>
            </a:r>
          </a:p>
          <a:p xmlns:a="http://schemas.openxmlformats.org/drawingml/2006/main">
            <a:pPr algn="ctr">
              <a:defRPr sz="100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rPr>
              <a:t>Row Normalization</a:t>
            </a:r>
          </a:p>
        </p:txBody>
      </p:sp>
      <p:sp>
        <p:nvSpPr>
          <p:cNvPr id="148" name="FIG2_MICRO_STREAM__138__TRAIN_ONLY">
            <a:extLst xmlns:a="http://schemas.openxmlformats.org/drawingml/2006/main">
              <a:ext uri="{FF2B5EF4-FFF2-40B4-BE49-F238E27FC236}">
                <a16:creationId xmlns:a16="http://schemas.microsoft.com/office/drawing/2014/main" id="{7CB30A41-A534-4DDF-B367-C652E4AC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81275"/>
            <a:ext cx="619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rPr>
              <a:t>train-only</a:t>
            </a:r>
          </a:p>
        </p:txBody>
      </p:sp>
      <p:sp>
        <p:nvSpPr>
          <p:cNvPr id="149" name="FIG2_MICRO_STREAM__WSPD__139__WAVE_1">
            <a:extLst xmlns:a="http://schemas.openxmlformats.org/drawingml/2006/main">
              <a:ext uri="{FF2B5EF4-FFF2-40B4-BE49-F238E27FC236}">
                <a16:creationId xmlns:a16="http://schemas.microsoft.com/office/drawing/2014/main" id="{E51FA9F3-4275-4EDB-B13F-E9F9013F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09725" y="2820865"/>
            <a:ext cx="46434" cy="1318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E1863F"/>
            </a:solidFill>
            <a:prstDash val="solid"/>
          </a:ln>
        </p:spPr>
      </p:sp>
      <p:sp>
        <p:nvSpPr>
          <p:cNvPr id="150" name="FIG2_MICRO_STREAM__WSPD__140__WAVE_2">
            <a:extLst xmlns:a="http://schemas.openxmlformats.org/drawingml/2006/main">
              <a:ext uri="{FF2B5EF4-FFF2-40B4-BE49-F238E27FC236}">
                <a16:creationId xmlns:a16="http://schemas.microsoft.com/office/drawing/2014/main" id="{5585CE17-88C5-4698-8B3A-57BCBFB6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656159" y="2785696"/>
            <a:ext cx="46434" cy="1670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E1863F"/>
            </a:solidFill>
            <a:prstDash val="solid"/>
          </a:ln>
        </p:spPr>
      </p:sp>
      <p:sp>
        <p:nvSpPr>
          <p:cNvPr id="151" name="FIG2_MICRO_STREAM__WSPD__141__WAVE_3">
            <a:extLst xmlns:a="http://schemas.openxmlformats.org/drawingml/2006/main">
              <a:ext uri="{FF2B5EF4-FFF2-40B4-BE49-F238E27FC236}">
                <a16:creationId xmlns:a16="http://schemas.microsoft.com/office/drawing/2014/main" id="{A865B8A9-205F-42FA-AFE0-E00BF7AD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02594" y="2785696"/>
            <a:ext cx="46434" cy="1406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E1863F"/>
            </a:solidFill>
            <a:prstDash val="solid"/>
          </a:ln>
        </p:spPr>
      </p:sp>
      <p:sp>
        <p:nvSpPr>
          <p:cNvPr id="152" name="FIG2_MICRO_STREAM__WSPD__142__WAVE_4">
            <a:extLst xmlns:a="http://schemas.openxmlformats.org/drawingml/2006/main">
              <a:ext uri="{FF2B5EF4-FFF2-40B4-BE49-F238E27FC236}">
                <a16:creationId xmlns:a16="http://schemas.microsoft.com/office/drawing/2014/main" id="{10D7C5FE-AB03-43CE-B806-86EAE2B6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49028" y="2762250"/>
            <a:ext cx="46434" cy="1641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E1863F"/>
            </a:solidFill>
            <a:prstDash val="solid"/>
          </a:ln>
        </p:spPr>
      </p:sp>
      <p:sp>
        <p:nvSpPr>
          <p:cNvPr id="153" name="FIG2_MICRO_STREAM__WSPD__143__WAVE_5">
            <a:extLst xmlns:a="http://schemas.openxmlformats.org/drawingml/2006/main">
              <a:ext uri="{FF2B5EF4-FFF2-40B4-BE49-F238E27FC236}">
                <a16:creationId xmlns:a16="http://schemas.microsoft.com/office/drawing/2014/main" id="{4B159473-2759-4037-B397-6173B512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95463" y="2762250"/>
            <a:ext cx="46434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E1863F"/>
            </a:solidFill>
            <a:prstDash val="solid"/>
          </a:ln>
        </p:spPr>
      </p:sp>
      <p:sp>
        <p:nvSpPr>
          <p:cNvPr id="154" name="FIG2_MICRO_STREAM__WSPD__144__WAVE_6">
            <a:extLst xmlns:a="http://schemas.openxmlformats.org/drawingml/2006/main">
              <a:ext uri="{FF2B5EF4-FFF2-40B4-BE49-F238E27FC236}">
                <a16:creationId xmlns:a16="http://schemas.microsoft.com/office/drawing/2014/main" id="{6E284BA1-5BF9-49AB-BFF2-FF2F17CA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841897" y="2803281"/>
            <a:ext cx="46434" cy="1113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E1863F"/>
            </a:solidFill>
            <a:prstDash val="solid"/>
          </a:ln>
        </p:spPr>
      </p:sp>
      <p:sp>
        <p:nvSpPr>
          <p:cNvPr id="155" name="FIG2_MICRO_STREAM__WSPD__145__WAVE_7">
            <a:extLst xmlns:a="http://schemas.openxmlformats.org/drawingml/2006/main">
              <a:ext uri="{FF2B5EF4-FFF2-40B4-BE49-F238E27FC236}">
                <a16:creationId xmlns:a16="http://schemas.microsoft.com/office/drawing/2014/main" id="{7634397B-8E7D-4246-A084-B76C816A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88331" y="2803281"/>
            <a:ext cx="46434" cy="1348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E1863F"/>
            </a:solidFill>
            <a:prstDash val="solid"/>
          </a:ln>
        </p:spPr>
      </p:sp>
      <p:sp>
        <p:nvSpPr>
          <p:cNvPr id="156" name="FIG2_MICRO_STREAM__WSPD__146__WAVE_8">
            <a:extLst xmlns:a="http://schemas.openxmlformats.org/drawingml/2006/main">
              <a:ext uri="{FF2B5EF4-FFF2-40B4-BE49-F238E27FC236}">
                <a16:creationId xmlns:a16="http://schemas.microsoft.com/office/drawing/2014/main" id="{103AD1A9-9A20-46CD-ADD8-39F80530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34766" y="2773973"/>
            <a:ext cx="46434" cy="1641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E1863F"/>
            </a:solidFill>
            <a:prstDash val="solid"/>
          </a:ln>
        </p:spPr>
      </p:sp>
      <p:sp>
        <p:nvSpPr>
          <p:cNvPr id="157" name="FIG2_MICRO_STREAM">
            <a:extLst xmlns:a="http://schemas.openxmlformats.org/drawingml/2006/main">
              <a:ext uri="{FF2B5EF4-FFF2-40B4-BE49-F238E27FC236}">
                <a16:creationId xmlns:a16="http://schemas.microsoft.com/office/drawing/2014/main" id="{FE3054F8-96DD-4507-8173-BB0D54EF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81325"/>
            <a:ext cx="504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 i="0">
                <a:solidFill>
                  <a:srgbClr val="E186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i="0">
                <a:solidFill>
                  <a:srgbClr val="E1863F"/>
                </a:solidFill>
                <a:latin typeface="Times New Roman"/>
                <a:ea typeface="Times New Roman"/>
                <a:cs typeface="Times New Roman"/>
              </a:rPr>
              <a:t>Wspd</a:t>
            </a:r>
          </a:p>
        </p:txBody>
      </p:sp>
      <p:sp>
        <p:nvSpPr>
          <p:cNvPr id="158" name="FIG2_MICRO_STREAM__147__WSPD_TO_DIFF__SHAFT">
            <a:extLst xmlns:a="http://schemas.openxmlformats.org/drawingml/2006/main">
              <a:ext uri="{FF2B5EF4-FFF2-40B4-BE49-F238E27FC236}">
                <a16:creationId xmlns:a16="http://schemas.microsoft.com/office/drawing/2014/main" id="{82E6D5BB-11F3-42DE-88BE-61EDDA0A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00250" y="2857500"/>
            <a:ext cx="381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1863F"/>
            </a:solidFill>
            <a:prstDash val="solid"/>
          </a:ln>
        </p:spPr>
      </p:sp>
      <p:sp>
        <p:nvSpPr>
          <p:cNvPr id="159" name="FIG2_MICRO_STREAM__147__WSPD_TO_DIFF__HEAD">
            <a:extLst xmlns:a="http://schemas.openxmlformats.org/drawingml/2006/main">
              <a:ext uri="{FF2B5EF4-FFF2-40B4-BE49-F238E27FC236}">
                <a16:creationId xmlns:a16="http://schemas.microsoft.com/office/drawing/2014/main" id="{AA1917A6-A93D-441D-AF88-6BA05CE3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828925"/>
            <a:ext cx="85725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18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FIG2_MICRO_STREAM__DIFF__148__WAVE_1">
            <a:extLst xmlns:a="http://schemas.openxmlformats.org/drawingml/2006/main">
              <a:ext uri="{FF2B5EF4-FFF2-40B4-BE49-F238E27FC236}">
                <a16:creationId xmlns:a16="http://schemas.microsoft.com/office/drawing/2014/main" id="{BE671BA2-BCF2-4675-A19A-AB053884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124075" y="2799246"/>
            <a:ext cx="47625" cy="1725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1863F"/>
            </a:solidFill>
            <a:prstDash val="solid"/>
          </a:ln>
        </p:spPr>
      </p:sp>
      <p:sp>
        <p:nvSpPr>
          <p:cNvPr id="161" name="FIG2_MICRO_STREAM__DIFF__149__WAVE_2">
            <a:extLst xmlns:a="http://schemas.openxmlformats.org/drawingml/2006/main">
              <a:ext uri="{FF2B5EF4-FFF2-40B4-BE49-F238E27FC236}">
                <a16:creationId xmlns:a16="http://schemas.microsoft.com/office/drawing/2014/main" id="{4A7725B9-1385-4479-BABB-A48153C6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71700" y="2754382"/>
            <a:ext cx="47625" cy="2174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1863F"/>
            </a:solidFill>
            <a:prstDash val="solid"/>
          </a:ln>
        </p:spPr>
      </p:sp>
      <p:sp>
        <p:nvSpPr>
          <p:cNvPr id="162" name="FIG2_MICRO_STREAM__DIFF__150__WAVE_3">
            <a:extLst xmlns:a="http://schemas.openxmlformats.org/drawingml/2006/main">
              <a:ext uri="{FF2B5EF4-FFF2-40B4-BE49-F238E27FC236}">
                <a16:creationId xmlns:a16="http://schemas.microsoft.com/office/drawing/2014/main" id="{AD5D226C-3246-452F-AB38-41CA7F32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19325" y="2754382"/>
            <a:ext cx="47625" cy="1932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1863F"/>
            </a:solidFill>
            <a:prstDash val="solid"/>
          </a:ln>
        </p:spPr>
      </p:sp>
      <p:sp>
        <p:nvSpPr>
          <p:cNvPr id="163" name="FIG2_MICRO_STREAM__DIFF__151__WAVE_4">
            <a:extLst xmlns:a="http://schemas.openxmlformats.org/drawingml/2006/main">
              <a:ext uri="{FF2B5EF4-FFF2-40B4-BE49-F238E27FC236}">
                <a16:creationId xmlns:a16="http://schemas.microsoft.com/office/drawing/2014/main" id="{B48743BC-5854-4C38-8342-0E848D8C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266950" y="2733675"/>
            <a:ext cx="47625" cy="2139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1863F"/>
            </a:solidFill>
            <a:prstDash val="solid"/>
          </a:ln>
        </p:spPr>
      </p:sp>
      <p:sp>
        <p:nvSpPr>
          <p:cNvPr id="164" name="FIG2_MICRO_STREAM__DIFF__152__WAVE_5">
            <a:extLst xmlns:a="http://schemas.openxmlformats.org/drawingml/2006/main">
              <a:ext uri="{FF2B5EF4-FFF2-40B4-BE49-F238E27FC236}">
                <a16:creationId xmlns:a16="http://schemas.microsoft.com/office/drawing/2014/main" id="{DFEC8C79-88B5-47D1-99FD-7639B059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314575" y="2733675"/>
            <a:ext cx="47625" cy="227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1863F"/>
            </a:solidFill>
            <a:prstDash val="solid"/>
          </a:ln>
        </p:spPr>
      </p:sp>
      <p:sp>
        <p:nvSpPr>
          <p:cNvPr id="165" name="FIG2_MICRO_STREAM__DIFF__153__WAVE_6">
            <a:extLst xmlns:a="http://schemas.openxmlformats.org/drawingml/2006/main">
              <a:ext uri="{FF2B5EF4-FFF2-40B4-BE49-F238E27FC236}">
                <a16:creationId xmlns:a16="http://schemas.microsoft.com/office/drawing/2014/main" id="{66605E59-3822-42E1-A64A-FB60AF89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362200" y="2761284"/>
            <a:ext cx="47625" cy="2001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1863F"/>
            </a:solidFill>
            <a:prstDash val="solid"/>
          </a:ln>
        </p:spPr>
      </p:sp>
      <p:sp>
        <p:nvSpPr>
          <p:cNvPr id="166" name="FIG2_MICRO_STREAM__DIFF__154__WAVE_7">
            <a:extLst xmlns:a="http://schemas.openxmlformats.org/drawingml/2006/main">
              <a:ext uri="{FF2B5EF4-FFF2-40B4-BE49-F238E27FC236}">
                <a16:creationId xmlns:a16="http://schemas.microsoft.com/office/drawing/2014/main" id="{EBC0949C-2C78-4358-9347-BC6B8417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409825" y="2761284"/>
            <a:ext cx="47625" cy="1656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1863F"/>
            </a:solidFill>
            <a:prstDash val="solid"/>
          </a:ln>
        </p:spPr>
      </p:sp>
      <p:sp>
        <p:nvSpPr>
          <p:cNvPr id="167" name="FIG2_MICRO_STREAM__155__DIFF_LABEL">
            <a:extLst xmlns:a="http://schemas.openxmlformats.org/drawingml/2006/main">
              <a:ext uri="{FF2B5EF4-FFF2-40B4-BE49-F238E27FC236}">
                <a16:creationId xmlns:a16="http://schemas.microsoft.com/office/drawing/2014/main" id="{DE2C6A86-1E2C-49CA-A514-6319E368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0507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rPr>
              <a:t>1st-Order Difference</a:t>
            </a:r>
          </a:p>
        </p:txBody>
      </p:sp>
      <p:sp>
        <p:nvSpPr>
          <p:cNvPr id="168" name="FIG2_MICRO_STREAM__156__DIFF_TO_COS__SHAFT">
            <a:extLst xmlns:a="http://schemas.openxmlformats.org/drawingml/2006/main">
              <a:ext uri="{FF2B5EF4-FFF2-40B4-BE49-F238E27FC236}">
                <a16:creationId xmlns:a16="http://schemas.microsoft.com/office/drawing/2014/main" id="{EE5FB523-145B-446A-90BD-BE3A29FD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476500" y="2857500"/>
            <a:ext cx="190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1863F"/>
            </a:solidFill>
            <a:prstDash val="solid"/>
          </a:ln>
        </p:spPr>
      </p:sp>
      <p:sp>
        <p:nvSpPr>
          <p:cNvPr id="169" name="FIG2_MICRO_STREAM__156__DIFF_TO_COS__HEAD">
            <a:extLst xmlns:a="http://schemas.openxmlformats.org/drawingml/2006/main">
              <a:ext uri="{FF2B5EF4-FFF2-40B4-BE49-F238E27FC236}">
                <a16:creationId xmlns:a16="http://schemas.microsoft.com/office/drawing/2014/main" id="{C877F94D-66D2-46BC-9095-1891062D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28925"/>
            <a:ext cx="66675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18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FIG2_MICRO_STREAM__COS_A__157__WAVE_1">
            <a:extLst xmlns:a="http://schemas.openxmlformats.org/drawingml/2006/main">
              <a:ext uri="{FF2B5EF4-FFF2-40B4-BE49-F238E27FC236}">
                <a16:creationId xmlns:a16="http://schemas.microsoft.com/office/drawing/2014/main" id="{217C627C-8BA8-4E94-9A92-AAE472A9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552700" y="2702379"/>
            <a:ext cx="46264" cy="979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171" name="FIG2_MICRO_STREAM__COS_A__158__WAVE_2">
            <a:extLst xmlns:a="http://schemas.openxmlformats.org/drawingml/2006/main">
              <a:ext uri="{FF2B5EF4-FFF2-40B4-BE49-F238E27FC236}">
                <a16:creationId xmlns:a16="http://schemas.microsoft.com/office/drawing/2014/main" id="{53BA0788-6F28-4423-8EE4-F6A0B125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98964" y="2702379"/>
            <a:ext cx="46264" cy="734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172" name="FIG2_MICRO_STREAM__COS_A__159__WAVE_3">
            <a:extLst xmlns:a="http://schemas.openxmlformats.org/drawingml/2006/main">
              <a:ext uri="{FF2B5EF4-FFF2-40B4-BE49-F238E27FC236}">
                <a16:creationId xmlns:a16="http://schemas.microsoft.com/office/drawing/2014/main" id="{0AFC70BA-A567-40B0-9AA7-9C595855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45229" y="2686050"/>
            <a:ext cx="46264" cy="898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173" name="FIG2_MICRO_STREAM__COS_A__160__WAVE_4">
            <a:extLst xmlns:a="http://schemas.openxmlformats.org/drawingml/2006/main">
              <a:ext uri="{FF2B5EF4-FFF2-40B4-BE49-F238E27FC236}">
                <a16:creationId xmlns:a16="http://schemas.microsoft.com/office/drawing/2014/main" id="{029FC93D-1A7D-4BEB-AFC1-961E13E4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91493" y="2686050"/>
            <a:ext cx="46264" cy="1061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174" name="FIG2_MICRO_STREAM__COS_A__161__WAVE_5">
            <a:extLst xmlns:a="http://schemas.openxmlformats.org/drawingml/2006/main">
              <a:ext uri="{FF2B5EF4-FFF2-40B4-BE49-F238E27FC236}">
                <a16:creationId xmlns:a16="http://schemas.microsoft.com/office/drawing/2014/main" id="{A4BBCDF2-1699-43A9-A34F-4CF8B5FD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37757" y="2710543"/>
            <a:ext cx="46264" cy="816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175" name="FIG2_MICRO_STREAM__COS_A__162__WAVE_6">
            <a:extLst xmlns:a="http://schemas.openxmlformats.org/drawingml/2006/main">
              <a:ext uri="{FF2B5EF4-FFF2-40B4-BE49-F238E27FC236}">
                <a16:creationId xmlns:a16="http://schemas.microsoft.com/office/drawing/2014/main" id="{A45B1AB6-9233-40AA-891C-38A385AF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84021" y="2710543"/>
            <a:ext cx="46264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176" name="FIG2_MICRO_STREAM__COS_A__163__WAVE_7">
            <a:extLst xmlns:a="http://schemas.openxmlformats.org/drawingml/2006/main">
              <a:ext uri="{FF2B5EF4-FFF2-40B4-BE49-F238E27FC236}">
                <a16:creationId xmlns:a16="http://schemas.microsoft.com/office/drawing/2014/main" id="{307792BD-3E64-4C8E-B29C-6E20760E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830286" y="2699113"/>
            <a:ext cx="46264" cy="685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177" name="FIG2_MICRO_STREAM__COS_B__164__WAVE_1">
            <a:extLst xmlns:a="http://schemas.openxmlformats.org/drawingml/2006/main">
              <a:ext uri="{FF2B5EF4-FFF2-40B4-BE49-F238E27FC236}">
                <a16:creationId xmlns:a16="http://schemas.microsoft.com/office/drawing/2014/main" id="{86C7F774-D208-4BC3-A434-B037A3CF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552700" y="2892623"/>
            <a:ext cx="46264" cy="982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178" name="FIG2_MICRO_STREAM__COS_B__165__WAVE_2">
            <a:extLst xmlns:a="http://schemas.openxmlformats.org/drawingml/2006/main">
              <a:ext uri="{FF2B5EF4-FFF2-40B4-BE49-F238E27FC236}">
                <a16:creationId xmlns:a16="http://schemas.microsoft.com/office/drawing/2014/main" id="{9BCEBC3E-34AC-43BC-8768-D2AA0C2F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98964" y="2892623"/>
            <a:ext cx="46264" cy="66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179" name="FIG2_MICRO_STREAM__COS_B__166__WAVE_3">
            <a:extLst xmlns:a="http://schemas.openxmlformats.org/drawingml/2006/main">
              <a:ext uri="{FF2B5EF4-FFF2-40B4-BE49-F238E27FC236}">
                <a16:creationId xmlns:a16="http://schemas.microsoft.com/office/drawing/2014/main" id="{863C063C-6B4E-46DF-B46B-C0AB2215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45229" y="2876550"/>
            <a:ext cx="46264" cy="821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180" name="FIG2_MICRO_STREAM__COS_B__167__WAVE_4">
            <a:extLst xmlns:a="http://schemas.openxmlformats.org/drawingml/2006/main">
              <a:ext uri="{FF2B5EF4-FFF2-40B4-BE49-F238E27FC236}">
                <a16:creationId xmlns:a16="http://schemas.microsoft.com/office/drawing/2014/main" id="{6BA29756-E365-499C-B936-62BC956D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91493" y="2876550"/>
            <a:ext cx="46264" cy="982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181" name="FIG2_MICRO_STREAM__COS_B__168__WAVE_5">
            <a:extLst xmlns:a="http://schemas.openxmlformats.org/drawingml/2006/main">
              <a:ext uri="{FF2B5EF4-FFF2-40B4-BE49-F238E27FC236}">
                <a16:creationId xmlns:a16="http://schemas.microsoft.com/office/drawing/2014/main" id="{21926C51-BE56-4C73-8955-E7D5D712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37757" y="2905125"/>
            <a:ext cx="46264" cy="696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182" name="FIG2_MICRO_STREAM__COS_B__169__WAVE_6">
            <a:extLst xmlns:a="http://schemas.openxmlformats.org/drawingml/2006/main">
              <a:ext uri="{FF2B5EF4-FFF2-40B4-BE49-F238E27FC236}">
                <a16:creationId xmlns:a16="http://schemas.microsoft.com/office/drawing/2014/main" id="{D70C74BC-E718-4D47-A776-8E27DDA4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84021" y="2905125"/>
            <a:ext cx="46264" cy="428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183" name="FIG2_MICRO_STREAM__COS_B__170__WAVE_7">
            <a:extLst xmlns:a="http://schemas.openxmlformats.org/drawingml/2006/main">
              <a:ext uri="{FF2B5EF4-FFF2-40B4-BE49-F238E27FC236}">
                <a16:creationId xmlns:a16="http://schemas.microsoft.com/office/drawing/2014/main" id="{6C0E541C-BFE9-443C-97C2-433DD3D8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830286" y="2890838"/>
            <a:ext cx="46264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184" name="FIG2_MICRO_STREAM__171__COS">
            <a:extLst xmlns:a="http://schemas.openxmlformats.org/drawingml/2006/main">
              <a:ext uri="{FF2B5EF4-FFF2-40B4-BE49-F238E27FC236}">
                <a16:creationId xmlns:a16="http://schemas.microsoft.com/office/drawing/2014/main" id="{36166085-9B97-4057-BA4B-B31FFB1C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81300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 i="0">
                <a:solidFill>
                  <a:srgbClr val="E186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i="0">
                <a:solidFill>
                  <a:srgbClr val="E1863F"/>
                </a:solidFill>
                <a:latin typeface="Times New Roman"/>
                <a:ea typeface="Times New Roman"/>
                <a:cs typeface="Times New Roman"/>
              </a:rPr>
              <a:t>cos</a:t>
            </a:r>
          </a:p>
        </p:txBody>
      </p:sp>
      <p:sp>
        <p:nvSpPr>
          <p:cNvPr id="185" name="FIG2_MICRO_STREAM__172__COS_LABEL">
            <a:extLst xmlns:a="http://schemas.openxmlformats.org/drawingml/2006/main">
              <a:ext uri="{FF2B5EF4-FFF2-40B4-BE49-F238E27FC236}">
                <a16:creationId xmlns:a16="http://schemas.microsoft.com/office/drawing/2014/main" id="{DC4B8578-5637-4FCC-8B1B-3749F640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02895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Cosine Similarity on</a:t>
            </a:r>
          </a:p>
          <a:p xmlns:a="http://schemas.openxmlformats.org/drawingml/2006/main">
            <a:pPr algn="ctr">
              <a:def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1st-Order Difference</a:t>
            </a:r>
          </a:p>
        </p:txBody>
      </p:sp>
      <p:sp>
        <p:nvSpPr>
          <p:cNvPr id="186" name="FIG2_MICRO_STREAM__173__SIM_TO_DENSE__SHAFT">
            <a:extLst xmlns:a="http://schemas.openxmlformats.org/drawingml/2006/main">
              <a:ext uri="{FF2B5EF4-FFF2-40B4-BE49-F238E27FC236}">
                <a16:creationId xmlns:a16="http://schemas.microsoft.com/office/drawing/2014/main" id="{D82ABD32-BB1D-4F51-86D7-4670F883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86075" y="2857500"/>
            <a:ext cx="95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1863F"/>
            </a:solidFill>
            <a:prstDash val="solid"/>
          </a:ln>
        </p:spPr>
      </p:sp>
      <p:sp>
        <p:nvSpPr>
          <p:cNvPr id="187" name="FIG2_MICRO_STREAM__173__SIM_TO_DENSE__HEAD">
            <a:extLst xmlns:a="http://schemas.openxmlformats.org/drawingml/2006/main">
              <a:ext uri="{FF2B5EF4-FFF2-40B4-BE49-F238E27FC236}">
                <a16:creationId xmlns:a16="http://schemas.microsoft.com/office/drawing/2014/main" id="{232EE411-6B07-4EAB-A542-FC59587F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28925"/>
            <a:ext cx="47625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18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FIG2_MICRO_STREAM__DENSE__174__EDGE_1">
            <a:extLst xmlns:a="http://schemas.openxmlformats.org/drawingml/2006/main">
              <a:ext uri="{FF2B5EF4-FFF2-40B4-BE49-F238E27FC236}">
                <a16:creationId xmlns:a16="http://schemas.microsoft.com/office/drawing/2014/main" id="{890C3D27-0AC8-4C5B-9C52-3971F818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954274" y="2749296"/>
            <a:ext cx="46291" cy="114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E1863F"/>
            </a:solidFill>
            <a:prstDash val="solid"/>
          </a:ln>
        </p:spPr>
      </p:sp>
      <p:sp>
        <p:nvSpPr>
          <p:cNvPr id="189" name="FIG2_MICRO_STREAM__DENSE__175__EDGE_2">
            <a:extLst xmlns:a="http://schemas.openxmlformats.org/drawingml/2006/main">
              <a:ext uri="{FF2B5EF4-FFF2-40B4-BE49-F238E27FC236}">
                <a16:creationId xmlns:a16="http://schemas.microsoft.com/office/drawing/2014/main" id="{9388E472-1E89-46DB-95A3-5F2E61F7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954274" y="2797302"/>
            <a:ext cx="105442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E1863F"/>
            </a:solidFill>
            <a:prstDash val="solid"/>
          </a:ln>
        </p:spPr>
      </p:sp>
      <p:sp>
        <p:nvSpPr>
          <p:cNvPr id="190" name="FIG2_MICRO_STREAM__DENSE__176__EDGE_3">
            <a:extLst xmlns:a="http://schemas.openxmlformats.org/drawingml/2006/main">
              <a:ext uri="{FF2B5EF4-FFF2-40B4-BE49-F238E27FC236}">
                <a16:creationId xmlns:a16="http://schemas.microsoft.com/office/drawing/2014/main" id="{119BE64F-1F79-47C9-8FB4-B2F34751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54274" y="2863977"/>
            <a:ext cx="120872" cy="746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E1863F"/>
            </a:solidFill>
            <a:prstDash val="solid"/>
          </a:ln>
        </p:spPr>
      </p:sp>
      <p:sp>
        <p:nvSpPr>
          <p:cNvPr id="191" name="FIG2_MICRO_STREAM__DENSE__177__EDGE_4">
            <a:extLst xmlns:a="http://schemas.openxmlformats.org/drawingml/2006/main">
              <a:ext uri="{FF2B5EF4-FFF2-40B4-BE49-F238E27FC236}">
                <a16:creationId xmlns:a16="http://schemas.microsoft.com/office/drawing/2014/main" id="{C8B248E8-C65D-4A92-B576-1435622B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00566" y="2749296"/>
            <a:ext cx="59150" cy="480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1863F"/>
            </a:solidFill>
            <a:prstDash val="solid"/>
          </a:ln>
        </p:spPr>
      </p:sp>
      <p:sp>
        <p:nvSpPr>
          <p:cNvPr id="192" name="FIG2_MICRO_STREAM__DENSE__178__EDGE_5">
            <a:extLst xmlns:a="http://schemas.openxmlformats.org/drawingml/2006/main">
              <a:ext uri="{FF2B5EF4-FFF2-40B4-BE49-F238E27FC236}">
                <a16:creationId xmlns:a16="http://schemas.microsoft.com/office/drawing/2014/main" id="{742A9D6B-78B4-4E21-B460-F8F30AEF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00566" y="2749296"/>
            <a:ext cx="141446" cy="53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E1863F"/>
            </a:solidFill>
            <a:prstDash val="solid"/>
          </a:ln>
        </p:spPr>
      </p:sp>
      <p:sp>
        <p:nvSpPr>
          <p:cNvPr id="193" name="FIG2_MICRO_STREAM__DENSE__179__EDGE_6">
            <a:extLst xmlns:a="http://schemas.openxmlformats.org/drawingml/2006/main">
              <a:ext uri="{FF2B5EF4-FFF2-40B4-BE49-F238E27FC236}">
                <a16:creationId xmlns:a16="http://schemas.microsoft.com/office/drawing/2014/main" id="{89DDFDE5-82F1-42C9-8BB7-76BEB350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00566" y="2749296"/>
            <a:ext cx="74581" cy="1893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1863F"/>
            </a:solidFill>
            <a:prstDash val="solid"/>
          </a:ln>
        </p:spPr>
      </p:sp>
      <p:sp>
        <p:nvSpPr>
          <p:cNvPr id="194" name="FIG2_MICRO_STREAM__DENSE__180__EDGE_7">
            <a:extLst xmlns:a="http://schemas.openxmlformats.org/drawingml/2006/main">
              <a:ext uri="{FF2B5EF4-FFF2-40B4-BE49-F238E27FC236}">
                <a16:creationId xmlns:a16="http://schemas.microsoft.com/office/drawing/2014/main" id="{18546453-77D8-420C-B411-2DBD328C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059716" y="2754630"/>
            <a:ext cx="82296" cy="426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E1863F"/>
            </a:solidFill>
            <a:prstDash val="solid"/>
          </a:ln>
        </p:spPr>
      </p:sp>
      <p:sp>
        <p:nvSpPr>
          <p:cNvPr id="195" name="FIG2_MICRO_STREAM__DENSE__181__EDGE_8">
            <a:extLst xmlns:a="http://schemas.openxmlformats.org/drawingml/2006/main">
              <a:ext uri="{FF2B5EF4-FFF2-40B4-BE49-F238E27FC236}">
                <a16:creationId xmlns:a16="http://schemas.microsoft.com/office/drawing/2014/main" id="{2AA7DAF1-27FB-497E-8EE6-AB036742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59716" y="2797302"/>
            <a:ext cx="105442" cy="906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1863F"/>
            </a:solidFill>
            <a:prstDash val="solid"/>
          </a:ln>
        </p:spPr>
      </p:sp>
      <p:sp>
        <p:nvSpPr>
          <p:cNvPr id="196" name="FIG2_MICRO_STREAM__DENSE__182__EDGE_9">
            <a:extLst xmlns:a="http://schemas.openxmlformats.org/drawingml/2006/main">
              <a:ext uri="{FF2B5EF4-FFF2-40B4-BE49-F238E27FC236}">
                <a16:creationId xmlns:a16="http://schemas.microsoft.com/office/drawing/2014/main" id="{B15E1927-3758-4465-8DDE-B383F2A4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59716" y="2797302"/>
            <a:ext cx="15431" cy="1413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E1863F"/>
            </a:solidFill>
            <a:prstDash val="solid"/>
          </a:ln>
        </p:spPr>
      </p:sp>
      <p:sp>
        <p:nvSpPr>
          <p:cNvPr id="197" name="FIG2_MICRO_STREAM__DENSE__183__EDGE_10">
            <a:extLst xmlns:a="http://schemas.openxmlformats.org/drawingml/2006/main">
              <a:ext uri="{FF2B5EF4-FFF2-40B4-BE49-F238E27FC236}">
                <a16:creationId xmlns:a16="http://schemas.microsoft.com/office/drawing/2014/main" id="{324EEFFD-B10E-4513-B80A-F93F224F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2012" y="2754630"/>
            <a:ext cx="23146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1863F"/>
            </a:solidFill>
            <a:prstDash val="solid"/>
          </a:ln>
        </p:spPr>
      </p:sp>
      <p:sp>
        <p:nvSpPr>
          <p:cNvPr id="198" name="FIG2_MICRO_STREAM__DENSE__184__NODE_1">
            <a:extLst xmlns:a="http://schemas.openxmlformats.org/drawingml/2006/main">
              <a:ext uri="{FF2B5EF4-FFF2-40B4-BE49-F238E27FC236}">
                <a16:creationId xmlns:a16="http://schemas.microsoft.com/office/drawing/2014/main" id="{FCC8F00F-5652-4B85-B09A-46DBDD16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889" y="2831592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199" name="FIG2_MICRO_STREAM__DENSE__185__NODE_2">
            <a:extLst xmlns:a="http://schemas.openxmlformats.org/drawingml/2006/main">
              <a:ext uri="{FF2B5EF4-FFF2-40B4-BE49-F238E27FC236}">
                <a16:creationId xmlns:a16="http://schemas.microsoft.com/office/drawing/2014/main" id="{EDDD2F8A-18BD-4F88-B5CD-D4F39E0B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181" y="2716911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200" name="FIG2_MICRO_STREAM__DENSE__186__NODE_3">
            <a:extLst xmlns:a="http://schemas.openxmlformats.org/drawingml/2006/main">
              <a:ext uri="{FF2B5EF4-FFF2-40B4-BE49-F238E27FC236}">
                <a16:creationId xmlns:a16="http://schemas.microsoft.com/office/drawing/2014/main" id="{1C4D7D3C-2C8B-45AD-BA12-15470112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331" y="2764917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201" name="FIG2_MICRO_STREAM__DENSE__187__NODE_4">
            <a:extLst xmlns:a="http://schemas.openxmlformats.org/drawingml/2006/main">
              <a:ext uri="{FF2B5EF4-FFF2-40B4-BE49-F238E27FC236}">
                <a16:creationId xmlns:a16="http://schemas.microsoft.com/office/drawing/2014/main" id="{9C15DAA3-9E95-462B-8442-0DF65B66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27" y="2722245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202" name="FIG2_MICRO_STREAM__DENSE__188__NODE_5">
            <a:extLst xmlns:a="http://schemas.openxmlformats.org/drawingml/2006/main">
              <a:ext uri="{FF2B5EF4-FFF2-40B4-BE49-F238E27FC236}">
                <a16:creationId xmlns:a16="http://schemas.microsoft.com/office/drawing/2014/main" id="{FD60CB6F-B1AE-4BBC-8E81-4356230F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2773" y="2855595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203" name="FIG2_MICRO_STREAM__DENSE__189__NODE_6">
            <a:extLst xmlns:a="http://schemas.openxmlformats.org/drawingml/2006/main">
              <a:ext uri="{FF2B5EF4-FFF2-40B4-BE49-F238E27FC236}">
                <a16:creationId xmlns:a16="http://schemas.microsoft.com/office/drawing/2014/main" id="{00D52338-DBFE-49E7-A626-12C082EF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761" y="2906268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204" name="FIG2_MICRO_STREAM__190__K5">
            <a:extLst xmlns:a="http://schemas.openxmlformats.org/drawingml/2006/main">
              <a:ext uri="{FF2B5EF4-FFF2-40B4-BE49-F238E27FC236}">
                <a16:creationId xmlns:a16="http://schemas.microsoft.com/office/drawing/2014/main" id="{05AF4BDA-78DF-4FBC-A162-275CC936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62225"/>
            <a:ext cx="3714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0" i="0">
                <a:solidFill>
                  <a:srgbClr val="E186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i="0">
                <a:solidFill>
                  <a:srgbClr val="E1863F"/>
                </a:solidFill>
                <a:latin typeface="Times New Roman"/>
                <a:ea typeface="Times New Roman"/>
                <a:cs typeface="Times New Roman"/>
              </a:rPr>
              <a:t>K = 5</a:t>
            </a:r>
          </a:p>
        </p:txBody>
      </p:sp>
      <p:sp>
        <p:nvSpPr>
          <p:cNvPr id="205" name="FIG2_MICRO_STREAM__191__DENSE_TO_LOCAL__SHAFT">
            <a:extLst xmlns:a="http://schemas.openxmlformats.org/drawingml/2006/main">
              <a:ext uri="{FF2B5EF4-FFF2-40B4-BE49-F238E27FC236}">
                <a16:creationId xmlns:a16="http://schemas.microsoft.com/office/drawing/2014/main" id="{3C85005F-4C0F-4ADE-AA8B-4F2744B9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09925" y="2857500"/>
            <a:ext cx="285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1863F"/>
            </a:solidFill>
            <a:prstDash val="solid"/>
          </a:ln>
        </p:spPr>
      </p:sp>
      <p:sp>
        <p:nvSpPr>
          <p:cNvPr id="206" name="FIG2_MICRO_STREAM__191__DENSE_TO_LOCAL__HEAD">
            <a:extLst xmlns:a="http://schemas.openxmlformats.org/drawingml/2006/main">
              <a:ext uri="{FF2B5EF4-FFF2-40B4-BE49-F238E27FC236}">
                <a16:creationId xmlns:a16="http://schemas.microsoft.com/office/drawing/2014/main" id="{30D20400-414A-4F26-8F70-31BDDBD2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28925"/>
            <a:ext cx="85725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18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FIG2_MICRO_STREAM__LOCAL_GRAPH__192__EDGE_1">
            <a:extLst xmlns:a="http://schemas.openxmlformats.org/drawingml/2006/main">
              <a:ext uri="{FF2B5EF4-FFF2-40B4-BE49-F238E27FC236}">
                <a16:creationId xmlns:a16="http://schemas.microsoft.com/office/drawing/2014/main" id="{4270D42A-D786-433E-82F2-70E5F7B6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339084" y="2750534"/>
            <a:ext cx="54864" cy="1187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1863F"/>
            </a:solidFill>
            <a:prstDash val="solid"/>
          </a:ln>
        </p:spPr>
      </p:sp>
      <p:sp>
        <p:nvSpPr>
          <p:cNvPr id="208" name="FIG2_MICRO_STREAM__LOCAL_GRAPH__193__EDGE_2">
            <a:extLst xmlns:a="http://schemas.openxmlformats.org/drawingml/2006/main">
              <a:ext uri="{FF2B5EF4-FFF2-40B4-BE49-F238E27FC236}">
                <a16:creationId xmlns:a16="http://schemas.microsoft.com/office/drawing/2014/main" id="{6BAD258C-7B53-42C2-8777-DC6047BC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339084" y="2800255"/>
            <a:ext cx="124968" cy="690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1863F"/>
            </a:solidFill>
            <a:prstDash val="solid"/>
          </a:ln>
        </p:spPr>
      </p:sp>
      <p:sp>
        <p:nvSpPr>
          <p:cNvPr id="209" name="FIG2_MICRO_STREAM__LOCAL_GRAPH__194__EDGE_3">
            <a:extLst xmlns:a="http://schemas.openxmlformats.org/drawingml/2006/main">
              <a:ext uri="{FF2B5EF4-FFF2-40B4-BE49-F238E27FC236}">
                <a16:creationId xmlns:a16="http://schemas.microsoft.com/office/drawing/2014/main" id="{FF98110F-E666-4853-B225-FC9218A2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393948" y="2750534"/>
            <a:ext cx="70104" cy="497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1863F"/>
            </a:solidFill>
            <a:prstDash val="solid"/>
          </a:ln>
        </p:spPr>
      </p:sp>
      <p:sp>
        <p:nvSpPr>
          <p:cNvPr id="210" name="FIG2_MICRO_STREAM__LOCAL_GRAPH__195__EDGE_4">
            <a:extLst xmlns:a="http://schemas.openxmlformats.org/drawingml/2006/main">
              <a:ext uri="{FF2B5EF4-FFF2-40B4-BE49-F238E27FC236}">
                <a16:creationId xmlns:a16="http://schemas.microsoft.com/office/drawing/2014/main" id="{E8C31DA9-8AEB-4090-BFEF-39812A0B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464052" y="2800255"/>
            <a:ext cx="124968" cy="939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211" name="FIG2_MICRO_STREAM__LOCAL_GRAPH__196__EDGE_5">
            <a:extLst xmlns:a="http://schemas.openxmlformats.org/drawingml/2006/main">
              <a:ext uri="{FF2B5EF4-FFF2-40B4-BE49-F238E27FC236}">
                <a16:creationId xmlns:a16="http://schemas.microsoft.com/office/drawing/2014/main" id="{35F84574-BE66-468C-95D1-6485DD8E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464052" y="2800255"/>
            <a:ext cx="18288" cy="1463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1863F"/>
            </a:solidFill>
            <a:prstDash val="solid"/>
          </a:ln>
        </p:spPr>
      </p:sp>
      <p:sp>
        <p:nvSpPr>
          <p:cNvPr id="212" name="FIG2_MICRO_STREAM__LOCAL_GRAPH__197__EDGE_6">
            <a:extLst xmlns:a="http://schemas.openxmlformats.org/drawingml/2006/main">
              <a:ext uri="{FF2B5EF4-FFF2-40B4-BE49-F238E27FC236}">
                <a16:creationId xmlns:a16="http://schemas.microsoft.com/office/drawing/2014/main" id="{8F2ED423-7083-45B0-AAEF-130F7C24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61588" y="2756059"/>
            <a:ext cx="27432" cy="1381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E1863F"/>
            </a:solidFill>
            <a:prstDash val="solid"/>
          </a:ln>
        </p:spPr>
      </p:sp>
      <p:sp>
        <p:nvSpPr>
          <p:cNvPr id="213" name="FIG2_MICRO_STREAM__LOCAL_GRAPH__198__EDGE_7">
            <a:extLst xmlns:a="http://schemas.openxmlformats.org/drawingml/2006/main">
              <a:ext uri="{FF2B5EF4-FFF2-40B4-BE49-F238E27FC236}">
                <a16:creationId xmlns:a16="http://schemas.microsoft.com/office/drawing/2014/main" id="{EB4E43FA-3A7C-430F-B494-E8A2D0E2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2340" y="2894171"/>
            <a:ext cx="106680" cy="524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E1863F"/>
            </a:solidFill>
            <a:prstDash val="solid"/>
          </a:ln>
        </p:spPr>
      </p:sp>
      <p:sp>
        <p:nvSpPr>
          <p:cNvPr id="214" name="FIG2_MICRO_STREAM__LOCAL_GRAPH__199__NODE_1">
            <a:extLst xmlns:a="http://schemas.openxmlformats.org/drawingml/2006/main">
              <a:ext uri="{FF2B5EF4-FFF2-40B4-BE49-F238E27FC236}">
                <a16:creationId xmlns:a16="http://schemas.microsoft.com/office/drawing/2014/main" id="{5203036D-7A94-4E25-B76B-0E05EE94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699" y="2836926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215" name="FIG2_MICRO_STREAM__LOCAL_GRAPH__200__NODE_2">
            <a:extLst xmlns:a="http://schemas.openxmlformats.org/drawingml/2006/main">
              <a:ext uri="{FF2B5EF4-FFF2-40B4-BE49-F238E27FC236}">
                <a16:creationId xmlns:a16="http://schemas.microsoft.com/office/drawing/2014/main" id="{F542F6F4-A454-450B-84CD-4F9942E3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563" y="2718149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216" name="FIG2_MICRO_STREAM__LOCAL_GRAPH__201__NODE_3">
            <a:extLst xmlns:a="http://schemas.openxmlformats.org/drawingml/2006/main">
              <a:ext uri="{FF2B5EF4-FFF2-40B4-BE49-F238E27FC236}">
                <a16:creationId xmlns:a16="http://schemas.microsoft.com/office/drawing/2014/main" id="{92047BB8-FC43-4DFD-96B0-181134E3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667" y="2767870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217" name="FIG2_MICRO_STREAM__LOCAL_GRAPH__202__NODE_4">
            <a:extLst xmlns:a="http://schemas.openxmlformats.org/drawingml/2006/main">
              <a:ext uri="{FF2B5EF4-FFF2-40B4-BE49-F238E27FC236}">
                <a16:creationId xmlns:a16="http://schemas.microsoft.com/office/drawing/2014/main" id="{A4BEA605-3EC6-4D65-9FB3-F3970409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203" y="2723674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218" name="FIG2_MICRO_STREAM__LOCAL_GRAPH__203__NODE_5">
            <a:extLst xmlns:a="http://schemas.openxmlformats.org/drawingml/2006/main">
              <a:ext uri="{FF2B5EF4-FFF2-40B4-BE49-F238E27FC236}">
                <a16:creationId xmlns:a16="http://schemas.microsoft.com/office/drawing/2014/main" id="{2AAEDB9D-D85D-4FF9-9F1F-2F50A754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2861786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219" name="FIG2_MICRO_STREAM__LOCAL_GRAPH__204__NODE_6">
            <a:extLst xmlns:a="http://schemas.openxmlformats.org/drawingml/2006/main">
              <a:ext uri="{FF2B5EF4-FFF2-40B4-BE49-F238E27FC236}">
                <a16:creationId xmlns:a16="http://schemas.microsoft.com/office/drawing/2014/main" id="{F4D16233-7D3A-4013-A99A-D2163C15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955" y="2914269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220" name="FIG2_MICRO_STREAM__205__LOCAL_LABEL">
            <a:extLst xmlns:a="http://schemas.openxmlformats.org/drawingml/2006/main">
              <a:ext uri="{FF2B5EF4-FFF2-40B4-BE49-F238E27FC236}">
                <a16:creationId xmlns:a16="http://schemas.microsoft.com/office/drawing/2014/main" id="{7B46E690-EB3A-45EC-9332-EE1AC1FD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71850"/>
            <a:ext cx="1000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 i="0">
                <a:solidFill>
                  <a:srgbClr val="E186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i="0">
                <a:solidFill>
                  <a:srgbClr val="E1863F"/>
                </a:solidFill>
                <a:latin typeface="Times New Roman"/>
                <a:ea typeface="Times New Roman"/>
                <a:cs typeface="Times New Roman"/>
              </a:rPr>
              <a:t>Local-Change Graph</a:t>
            </a:r>
          </a:p>
        </p:txBody>
      </p:sp>
      <p:sp>
        <p:nvSpPr>
          <p:cNvPr id="221" name="FIG2_MICRO_STREAM__206__TOPK_LABEL">
            <a:extLst xmlns:a="http://schemas.openxmlformats.org/drawingml/2006/main">
              <a:ext uri="{FF2B5EF4-FFF2-40B4-BE49-F238E27FC236}">
                <a16:creationId xmlns:a16="http://schemas.microsoft.com/office/drawing/2014/main" id="{45012146-1B85-4775-981F-EAA672DB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600450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rPr>
              <a:t>Top-K Sparsification &amp;</a:t>
            </a:r>
          </a:p>
          <a:p xmlns:a="http://schemas.openxmlformats.org/drawingml/2006/main">
            <a:pPr algn="ctr">
              <a:defRPr sz="100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rPr>
              <a:t>Row Normalization</a:t>
            </a:r>
          </a:p>
        </p:txBody>
      </p:sp>
      <p:sp>
        <p:nvSpPr>
          <p:cNvPr id="222" name="FIG2_DISTANCE_SHARED__207__MACRO_BRANCH">
            <a:extLst xmlns:a="http://schemas.openxmlformats.org/drawingml/2006/main">
              <a:ext uri="{FF2B5EF4-FFF2-40B4-BE49-F238E27FC236}">
                <a16:creationId xmlns:a16="http://schemas.microsoft.com/office/drawing/2014/main" id="{F88CD818-4849-4432-AB69-38703848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86175" y="1162050"/>
            <a:ext cx="247650" cy="885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F8795"/>
            </a:solidFill>
            <a:prstDash val="solid"/>
          </a:ln>
        </p:spPr>
      </p:sp>
      <p:sp>
        <p:nvSpPr>
          <p:cNvPr id="223" name="FIG2_DISTANCE_SHARED__208__MICRO_BRANCH">
            <a:extLst xmlns:a="http://schemas.openxmlformats.org/drawingml/2006/main">
              <a:ext uri="{FF2B5EF4-FFF2-40B4-BE49-F238E27FC236}">
                <a16:creationId xmlns:a16="http://schemas.microsoft.com/office/drawing/2014/main" id="{9A3E8C7F-73DB-4915-81DE-D5A0D524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686175" y="2333625"/>
            <a:ext cx="24765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F8795"/>
            </a:solidFill>
            <a:prstDash val="solid"/>
          </a:ln>
        </p:spPr>
      </p:sp>
      <p:sp>
        <p:nvSpPr>
          <p:cNvPr id="224" name="FIG2_DISTANCE_SHARED__209__MACRO_WEIGHT">
            <a:extLst xmlns:a="http://schemas.openxmlformats.org/drawingml/2006/main">
              <a:ext uri="{FF2B5EF4-FFF2-40B4-BE49-F238E27FC236}">
                <a16:creationId xmlns:a16="http://schemas.microsoft.com/office/drawing/2014/main" id="{A3BFC493-918C-4E09-A032-554C0C6C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56210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0" i="0">
                <a:solidFill>
                  <a:srgbClr val="526D7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i="0">
                <a:solidFill>
                  <a:srgbClr val="526D7C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sp>
        <p:nvSpPr>
          <p:cNvPr id="225" name="FIG2_DISTANCE_SHARED__210__MICRO_WEIGHT">
            <a:extLst xmlns:a="http://schemas.openxmlformats.org/drawingml/2006/main">
              <a:ext uri="{FF2B5EF4-FFF2-40B4-BE49-F238E27FC236}">
                <a16:creationId xmlns:a16="http://schemas.microsoft.com/office/drawing/2014/main" id="{F17E35AA-7C13-4054-8A08-CB8E309B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47925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0" i="0">
                <a:solidFill>
                  <a:srgbClr val="526D7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i="0">
                <a:solidFill>
                  <a:srgbClr val="526D7C"/>
                </a:solidFill>
                <a:latin typeface="Times New Roman"/>
                <a:ea typeface="Times New Roman"/>
                <a:cs typeface="Times New Roman"/>
              </a:rPr>
              <a:t>0.7</a:t>
            </a:r>
          </a:p>
        </p:txBody>
      </p:sp>
      <p:sp>
        <p:nvSpPr>
          <p:cNvPr id="226" name="FIG2_MACRO_FUSION__211__SEMANTIC_INPUT__SHAFT">
            <a:extLst xmlns:a="http://schemas.openxmlformats.org/drawingml/2006/main">
              <a:ext uri="{FF2B5EF4-FFF2-40B4-BE49-F238E27FC236}">
                <a16:creationId xmlns:a16="http://schemas.microsoft.com/office/drawing/2014/main" id="{42A3E3F4-4A96-485B-988B-1FCD561D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629025" y="1038225"/>
            <a:ext cx="1619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8F88"/>
            </a:solidFill>
            <a:prstDash val="solid"/>
          </a:ln>
        </p:spPr>
      </p:sp>
      <p:sp>
        <p:nvSpPr>
          <p:cNvPr id="227" name="FIG2_MACRO_FUSION__211__SEMANTIC_INPUT__HEAD">
            <a:extLst xmlns:a="http://schemas.openxmlformats.org/drawingml/2006/main">
              <a:ext uri="{FF2B5EF4-FFF2-40B4-BE49-F238E27FC236}">
                <a16:creationId xmlns:a16="http://schemas.microsoft.com/office/drawing/2014/main" id="{19987E57-2098-4802-ADEA-84FF85E8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009650"/>
            <a:ext cx="85725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8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FIG2_MACRO_FUSION__212__SEMANTIC_WEIGHT">
            <a:extLst xmlns:a="http://schemas.openxmlformats.org/drawingml/2006/main">
              <a:ext uri="{FF2B5EF4-FFF2-40B4-BE49-F238E27FC236}">
                <a16:creationId xmlns:a16="http://schemas.microsoft.com/office/drawing/2014/main" id="{016EE383-A3CC-4DC9-AD2E-7685169D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895350"/>
            <a:ext cx="228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0" i="0">
                <a:solidFill>
                  <a:srgbClr val="2D8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i="0">
                <a:solidFill>
                  <a:srgbClr val="2D8F88"/>
                </a:solidFill>
                <a:latin typeface="Times New Roman"/>
                <a:ea typeface="Times New Roman"/>
                <a:cs typeface="Times New Roman"/>
              </a:rPr>
              <a:t>0.7</a:t>
            </a:r>
          </a:p>
        </p:txBody>
      </p:sp>
      <p:sp>
        <p:nvSpPr>
          <p:cNvPr id="229" name="FIG2_MACRO_FUSION">
            <a:extLst xmlns:a="http://schemas.openxmlformats.org/drawingml/2006/main">
              <a:ext uri="{FF2B5EF4-FFF2-40B4-BE49-F238E27FC236}">
                <a16:creationId xmlns:a16="http://schemas.microsoft.com/office/drawing/2014/main" id="{BEB24964-0E98-4ED9-AB07-3E9E1FA8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9334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2D8F88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50" b="0" i="0">
                <a:solidFill>
                  <a:srgbClr val="2D8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2D8F88"/>
                </a:solidFill>
                <a:latin typeface="Times New Roman"/>
                <a:ea typeface="Times New Roman"/>
                <a:cs typeface="Times New Roman"/>
              </a:rPr>
              <a:t>Σ</a:t>
            </a:r>
          </a:p>
        </p:txBody>
      </p:sp>
      <p:sp>
        <p:nvSpPr>
          <p:cNvPr id="230" name="FIG2_MACRO_FUSION__213__LABEL">
            <a:extLst xmlns:a="http://schemas.openxmlformats.org/drawingml/2006/main">
              <a:ext uri="{FF2B5EF4-FFF2-40B4-BE49-F238E27FC236}">
                <a16:creationId xmlns:a16="http://schemas.microsoft.com/office/drawing/2014/main" id="{3807ACB2-BB2C-4382-BA1D-A5FACAF4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219200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rPr>
              <a:t>Prior Graph</a:t>
            </a:r>
          </a:p>
          <a:p xmlns:a="http://schemas.openxmlformats.org/drawingml/2006/main">
            <a:pPr algn="ctr">
              <a:defRPr sz="105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rPr>
              <a:t>Fusion</a:t>
            </a:r>
          </a:p>
        </p:txBody>
      </p:sp>
      <p:sp>
        <p:nvSpPr>
          <p:cNvPr id="231" name="FIG2_MACRO_FUSION__214__TO_PRIOR__SHAFT">
            <a:extLst xmlns:a="http://schemas.openxmlformats.org/drawingml/2006/main">
              <a:ext uri="{FF2B5EF4-FFF2-40B4-BE49-F238E27FC236}">
                <a16:creationId xmlns:a16="http://schemas.microsoft.com/office/drawing/2014/main" id="{1575B70F-7677-4A66-8BFA-11981C0D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086225" y="1038225"/>
            <a:ext cx="714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8F88"/>
            </a:solidFill>
            <a:prstDash val="solid"/>
          </a:ln>
        </p:spPr>
      </p:sp>
      <p:sp>
        <p:nvSpPr>
          <p:cNvPr id="232" name="FIG2_MACRO_FUSION__214__TO_PRIOR__HEAD">
            <a:extLst xmlns:a="http://schemas.openxmlformats.org/drawingml/2006/main">
              <a:ext uri="{FF2B5EF4-FFF2-40B4-BE49-F238E27FC236}">
                <a16:creationId xmlns:a16="http://schemas.microsoft.com/office/drawing/2014/main" id="{F54FDDD4-27C4-4924-9025-11B87AA6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009650"/>
            <a:ext cx="85725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8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FIG2_MICRO_FUSION__215__SEMANTIC_INPUT__SHAFT">
            <a:extLst xmlns:a="http://schemas.openxmlformats.org/drawingml/2006/main">
              <a:ext uri="{FF2B5EF4-FFF2-40B4-BE49-F238E27FC236}">
                <a16:creationId xmlns:a16="http://schemas.microsoft.com/office/drawing/2014/main" id="{BA10BDA9-40EF-4914-96DC-EA67E2B6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629025" y="2857500"/>
            <a:ext cx="1619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1863F"/>
            </a:solidFill>
            <a:prstDash val="solid"/>
          </a:ln>
        </p:spPr>
      </p:sp>
      <p:sp>
        <p:nvSpPr>
          <p:cNvPr id="234" name="FIG2_MICRO_FUSION__215__SEMANTIC_INPUT__HEAD">
            <a:extLst xmlns:a="http://schemas.openxmlformats.org/drawingml/2006/main">
              <a:ext uri="{FF2B5EF4-FFF2-40B4-BE49-F238E27FC236}">
                <a16:creationId xmlns:a16="http://schemas.microsoft.com/office/drawing/2014/main" id="{3233EDAD-8D26-46E2-AED4-78608368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28925"/>
            <a:ext cx="85725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18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FIG2_MICRO_FUSION__216__SEMANTIC_WEIGHT">
            <a:extLst xmlns:a="http://schemas.openxmlformats.org/drawingml/2006/main">
              <a:ext uri="{FF2B5EF4-FFF2-40B4-BE49-F238E27FC236}">
                <a16:creationId xmlns:a16="http://schemas.microsoft.com/office/drawing/2014/main" id="{82C04AF6-F305-4B15-9B91-FC3B8E0F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05100"/>
            <a:ext cx="228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0" i="0">
                <a:solidFill>
                  <a:srgbClr val="E186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i="0">
                <a:solidFill>
                  <a:srgbClr val="E1863F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sp>
        <p:nvSpPr>
          <p:cNvPr id="236" name="FIG2_MICRO_FUSION">
            <a:extLst xmlns:a="http://schemas.openxmlformats.org/drawingml/2006/main">
              <a:ext uri="{FF2B5EF4-FFF2-40B4-BE49-F238E27FC236}">
                <a16:creationId xmlns:a16="http://schemas.microsoft.com/office/drawing/2014/main" id="{238E6002-842A-45D5-95E3-E4FE7AFB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7527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E1863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50" b="0" i="0">
                <a:solidFill>
                  <a:srgbClr val="E186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0" b="0" i="0">
                <a:solidFill>
                  <a:srgbClr val="E1863F"/>
                </a:solidFill>
                <a:latin typeface="Times New Roman"/>
                <a:ea typeface="Times New Roman"/>
                <a:cs typeface="Times New Roman"/>
              </a:rPr>
              <a:t>Σ</a:t>
            </a:r>
          </a:p>
        </p:txBody>
      </p:sp>
      <p:sp>
        <p:nvSpPr>
          <p:cNvPr id="237" name="FIG2_MICRO_FUSION__217__LABEL">
            <a:extLst xmlns:a="http://schemas.openxmlformats.org/drawingml/2006/main">
              <a:ext uri="{FF2B5EF4-FFF2-40B4-BE49-F238E27FC236}">
                <a16:creationId xmlns:a16="http://schemas.microsoft.com/office/drawing/2014/main" id="{0251A534-AB2B-4D4E-8339-C6755F11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rPr>
              <a:t>Prior Graph</a:t>
            </a:r>
          </a:p>
          <a:p xmlns:a="http://schemas.openxmlformats.org/drawingml/2006/main">
            <a:pPr algn="ctr">
              <a:defRPr sz="105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rPr>
              <a:t>Fusion</a:t>
            </a:r>
          </a:p>
        </p:txBody>
      </p:sp>
      <p:sp>
        <p:nvSpPr>
          <p:cNvPr id="238" name="FIG2_MICRO_FUSION__218__TO_PRIOR__SHAFT">
            <a:extLst xmlns:a="http://schemas.openxmlformats.org/drawingml/2006/main">
              <a:ext uri="{FF2B5EF4-FFF2-40B4-BE49-F238E27FC236}">
                <a16:creationId xmlns:a16="http://schemas.microsoft.com/office/drawing/2014/main" id="{D34AFA93-4692-4F64-A3A0-90733A2C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086225" y="2857500"/>
            <a:ext cx="714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1863F"/>
            </a:solidFill>
            <a:prstDash val="solid"/>
          </a:ln>
        </p:spPr>
      </p:sp>
      <p:sp>
        <p:nvSpPr>
          <p:cNvPr id="239" name="FIG2_MICRO_FUSION__218__TO_PRIOR__HEAD">
            <a:extLst xmlns:a="http://schemas.openxmlformats.org/drawingml/2006/main">
              <a:ext uri="{FF2B5EF4-FFF2-40B4-BE49-F238E27FC236}">
                <a16:creationId xmlns:a16="http://schemas.microsoft.com/office/drawing/2014/main" id="{58ECFE1E-6C66-428D-BC22-BAE6C99B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28925"/>
            <a:ext cx="85725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18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FIG2_MACRO_FUSION__PRIOR_GRAPH__219__EDGE_1">
            <a:extLst xmlns:a="http://schemas.openxmlformats.org/drawingml/2006/main">
              <a:ext uri="{FF2B5EF4-FFF2-40B4-BE49-F238E27FC236}">
                <a16:creationId xmlns:a16="http://schemas.microsoft.com/office/drawing/2014/main" id="{FDA683C5-F42B-49DD-9C0C-597A0C39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907280" y="929164"/>
            <a:ext cx="68580" cy="1433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D8F88"/>
            </a:solidFill>
            <a:prstDash val="solid"/>
          </a:ln>
        </p:spPr>
      </p:sp>
      <p:sp>
        <p:nvSpPr>
          <p:cNvPr id="241" name="FIG2_MACRO_FUSION__PRIOR_GRAPH__220__EDGE_2">
            <a:extLst xmlns:a="http://schemas.openxmlformats.org/drawingml/2006/main">
              <a:ext uri="{FF2B5EF4-FFF2-40B4-BE49-F238E27FC236}">
                <a16:creationId xmlns:a16="http://schemas.microsoft.com/office/drawing/2014/main" id="{55F9AD87-23D7-4B7C-9F03-A1873F2E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907280" y="989171"/>
            <a:ext cx="156210" cy="833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D8F88"/>
            </a:solidFill>
            <a:prstDash val="solid"/>
          </a:ln>
        </p:spPr>
      </p:sp>
      <p:sp>
        <p:nvSpPr>
          <p:cNvPr id="242" name="FIG2_MACRO_FUSION__PRIOR_GRAPH__221__EDGE_3">
            <a:extLst xmlns:a="http://schemas.openxmlformats.org/drawingml/2006/main">
              <a:ext uri="{FF2B5EF4-FFF2-40B4-BE49-F238E27FC236}">
                <a16:creationId xmlns:a16="http://schemas.microsoft.com/office/drawing/2014/main" id="{47B54095-88B7-4892-BF1F-AA1037A9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975860" y="929164"/>
            <a:ext cx="87630" cy="600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2D8F88"/>
            </a:solidFill>
            <a:prstDash val="solid"/>
          </a:ln>
        </p:spPr>
      </p:sp>
      <p:sp>
        <p:nvSpPr>
          <p:cNvPr id="243" name="FIG2_MACRO_FUSION__PRIOR_GRAPH__222__EDGE_4">
            <a:extLst xmlns:a="http://schemas.openxmlformats.org/drawingml/2006/main">
              <a:ext uri="{FF2B5EF4-FFF2-40B4-BE49-F238E27FC236}">
                <a16:creationId xmlns:a16="http://schemas.microsoft.com/office/drawing/2014/main" id="{6CA4A699-B108-476D-B1D7-27D2AEE9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63490" y="935831"/>
            <a:ext cx="121920" cy="533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244" name="FIG2_MACRO_FUSION__PRIOR_GRAPH__223__EDGE_5">
            <a:extLst xmlns:a="http://schemas.openxmlformats.org/drawingml/2006/main">
              <a:ext uri="{FF2B5EF4-FFF2-40B4-BE49-F238E27FC236}">
                <a16:creationId xmlns:a16="http://schemas.microsoft.com/office/drawing/2014/main" id="{7AD23D3F-1F45-430C-87E9-5D5A05AC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63490" y="989171"/>
            <a:ext cx="22860" cy="1766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2D8F88"/>
            </a:solidFill>
            <a:prstDash val="solid"/>
          </a:ln>
        </p:spPr>
      </p:sp>
      <p:sp>
        <p:nvSpPr>
          <p:cNvPr id="245" name="FIG2_MACRO_FUSION__PRIOR_GRAPH__224__EDGE_6">
            <a:extLst xmlns:a="http://schemas.openxmlformats.org/drawingml/2006/main">
              <a:ext uri="{FF2B5EF4-FFF2-40B4-BE49-F238E27FC236}">
                <a16:creationId xmlns:a16="http://schemas.microsoft.com/office/drawing/2014/main" id="{9DC7E2D7-37BD-48F1-8BDE-B4C96EA3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85410" y="935831"/>
            <a:ext cx="34290" cy="1666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8F88"/>
            </a:solidFill>
            <a:prstDash val="solid"/>
          </a:ln>
        </p:spPr>
      </p:sp>
      <p:sp>
        <p:nvSpPr>
          <p:cNvPr id="246" name="FIG2_MACRO_FUSION__PRIOR_GRAPH__225__EDGE_7">
            <a:extLst xmlns:a="http://schemas.openxmlformats.org/drawingml/2006/main">
              <a:ext uri="{FF2B5EF4-FFF2-40B4-BE49-F238E27FC236}">
                <a16:creationId xmlns:a16="http://schemas.microsoft.com/office/drawing/2014/main" id="{3856CEFF-50DF-47C2-BDF0-726DB1A0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86350" y="1102519"/>
            <a:ext cx="133350" cy="633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605">
            <a:solidFill>
              <a:srgbClr val="2D8F88"/>
            </a:solidFill>
            <a:prstDash val="solid"/>
          </a:ln>
        </p:spPr>
      </p:sp>
      <p:sp>
        <p:nvSpPr>
          <p:cNvPr id="247" name="FIG2_MACRO_FUSION__PRIOR_GRAPH__226__NODE_1">
            <a:extLst xmlns:a="http://schemas.openxmlformats.org/drawingml/2006/main">
              <a:ext uri="{FF2B5EF4-FFF2-40B4-BE49-F238E27FC236}">
                <a16:creationId xmlns:a16="http://schemas.microsoft.com/office/drawing/2014/main" id="{3559B1E7-812A-446A-BA65-15FAB89B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4895" y="1040130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248" name="FIG2_MACRO_FUSION__PRIOR_GRAPH__227__NODE_2">
            <a:extLst xmlns:a="http://schemas.openxmlformats.org/drawingml/2006/main">
              <a:ext uri="{FF2B5EF4-FFF2-40B4-BE49-F238E27FC236}">
                <a16:creationId xmlns:a16="http://schemas.microsoft.com/office/drawing/2014/main" id="{794E5B62-49FB-4470-A7FB-21D989D3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896779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249" name="FIG2_MACRO_FUSION__PRIOR_GRAPH__228__NODE_3">
            <a:extLst xmlns:a="http://schemas.openxmlformats.org/drawingml/2006/main">
              <a:ext uri="{FF2B5EF4-FFF2-40B4-BE49-F238E27FC236}">
                <a16:creationId xmlns:a16="http://schemas.microsoft.com/office/drawing/2014/main" id="{AB289D54-85B0-4B12-BCEA-F375B63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1105" y="956786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250" name="FIG2_MACRO_FUSION__PRIOR_GRAPH__229__NODE_4">
            <a:extLst xmlns:a="http://schemas.openxmlformats.org/drawingml/2006/main">
              <a:ext uri="{FF2B5EF4-FFF2-40B4-BE49-F238E27FC236}">
                <a16:creationId xmlns:a16="http://schemas.microsoft.com/office/drawing/2014/main" id="{BDAA671F-CDA4-4BCC-AB47-58A8E00C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903446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251" name="FIG2_MACRO_FUSION__PRIOR_GRAPH__230__NODE_5">
            <a:extLst xmlns:a="http://schemas.openxmlformats.org/drawingml/2006/main">
              <a:ext uri="{FF2B5EF4-FFF2-40B4-BE49-F238E27FC236}">
                <a16:creationId xmlns:a16="http://schemas.microsoft.com/office/drawing/2014/main" id="{198C2B45-789F-4942-AEE9-216D8261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7315" y="1070134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252" name="FIG2_MACRO_FUSION__PRIOR_GRAPH__231__NODE_6">
            <a:extLst xmlns:a="http://schemas.openxmlformats.org/drawingml/2006/main">
              <a:ext uri="{FF2B5EF4-FFF2-40B4-BE49-F238E27FC236}">
                <a16:creationId xmlns:a16="http://schemas.microsoft.com/office/drawing/2014/main" id="{0EDD648F-DC71-4A4C-822E-5862B418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965" y="1133475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253" name="FIG2_MACRO_FUSION__232__PRIOR_LABEL">
            <a:extLst xmlns:a="http://schemas.openxmlformats.org/drawingml/2006/main">
              <a:ext uri="{FF2B5EF4-FFF2-40B4-BE49-F238E27FC236}">
                <a16:creationId xmlns:a16="http://schemas.microsoft.com/office/drawing/2014/main" id="{8314B9CB-85EB-4747-9FFB-24F05C5B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57350"/>
            <a:ext cx="76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 i="0">
                <a:solidFill>
                  <a:srgbClr val="2D8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i="0">
                <a:solidFill>
                  <a:srgbClr val="2D8F88"/>
                </a:solidFill>
                <a:latin typeface="Times New Roman"/>
                <a:ea typeface="Times New Roman"/>
                <a:cs typeface="Times New Roman"/>
              </a:rPr>
              <a:t>Macro Prior</a:t>
            </a:r>
          </a:p>
        </p:txBody>
      </p:sp>
      <p:sp>
        <p:nvSpPr>
          <p:cNvPr id="254" name="FIG2_MICRO_FUSION__PRIOR_GRAPH__233__EDGE_1">
            <a:extLst xmlns:a="http://schemas.openxmlformats.org/drawingml/2006/main">
              <a:ext uri="{FF2B5EF4-FFF2-40B4-BE49-F238E27FC236}">
                <a16:creationId xmlns:a16="http://schemas.microsoft.com/office/drawing/2014/main" id="{66530721-02C4-4DE0-99CE-4AB129F9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907280" y="2748439"/>
            <a:ext cx="68580" cy="1433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605">
            <a:solidFill>
              <a:srgbClr val="E1863F"/>
            </a:solidFill>
            <a:prstDash val="solid"/>
          </a:ln>
        </p:spPr>
      </p:sp>
      <p:sp>
        <p:nvSpPr>
          <p:cNvPr id="255" name="FIG2_MICRO_FUSION__PRIOR_GRAPH__234__EDGE_2">
            <a:extLst xmlns:a="http://schemas.openxmlformats.org/drawingml/2006/main">
              <a:ext uri="{FF2B5EF4-FFF2-40B4-BE49-F238E27FC236}">
                <a16:creationId xmlns:a16="http://schemas.microsoft.com/office/drawing/2014/main" id="{10F804F8-018F-4B33-8DA0-94352941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907280" y="2808446"/>
            <a:ext cx="156210" cy="833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E1863F"/>
            </a:solidFill>
            <a:prstDash val="solid"/>
          </a:ln>
        </p:spPr>
      </p:sp>
      <p:sp>
        <p:nvSpPr>
          <p:cNvPr id="256" name="FIG2_MICRO_FUSION__PRIOR_GRAPH__235__EDGE_3">
            <a:extLst xmlns:a="http://schemas.openxmlformats.org/drawingml/2006/main">
              <a:ext uri="{FF2B5EF4-FFF2-40B4-BE49-F238E27FC236}">
                <a16:creationId xmlns:a16="http://schemas.microsoft.com/office/drawing/2014/main" id="{104C29E7-9143-4461-9360-402A6FE9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975860" y="2748439"/>
            <a:ext cx="87630" cy="600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E1863F"/>
            </a:solidFill>
            <a:prstDash val="solid"/>
          </a:ln>
        </p:spPr>
      </p:sp>
      <p:sp>
        <p:nvSpPr>
          <p:cNvPr id="257" name="FIG2_MICRO_FUSION__PRIOR_GRAPH__236__EDGE_4">
            <a:extLst xmlns:a="http://schemas.openxmlformats.org/drawingml/2006/main">
              <a:ext uri="{FF2B5EF4-FFF2-40B4-BE49-F238E27FC236}">
                <a16:creationId xmlns:a16="http://schemas.microsoft.com/office/drawing/2014/main" id="{A98D17F1-286F-49A6-9986-FB5B512A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63490" y="2808446"/>
            <a:ext cx="156210" cy="1133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258" name="FIG2_MICRO_FUSION__PRIOR_GRAPH__237__EDGE_5">
            <a:extLst xmlns:a="http://schemas.openxmlformats.org/drawingml/2006/main">
              <a:ext uri="{FF2B5EF4-FFF2-40B4-BE49-F238E27FC236}">
                <a16:creationId xmlns:a16="http://schemas.microsoft.com/office/drawing/2014/main" id="{D72A09D8-BDA2-4B58-80AE-AFCB79A7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63490" y="2808446"/>
            <a:ext cx="22860" cy="1766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E1863F"/>
            </a:solidFill>
            <a:prstDash val="solid"/>
          </a:ln>
        </p:spPr>
      </p:sp>
      <p:sp>
        <p:nvSpPr>
          <p:cNvPr id="259" name="FIG2_MICRO_FUSION__PRIOR_GRAPH__238__EDGE_6">
            <a:extLst xmlns:a="http://schemas.openxmlformats.org/drawingml/2006/main">
              <a:ext uri="{FF2B5EF4-FFF2-40B4-BE49-F238E27FC236}">
                <a16:creationId xmlns:a16="http://schemas.microsoft.com/office/drawing/2014/main" id="{F0397A90-0F79-4731-B07C-F5AF7212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85410" y="2755106"/>
            <a:ext cx="34290" cy="1666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795">
            <a:solidFill>
              <a:srgbClr val="E1863F"/>
            </a:solidFill>
            <a:prstDash val="solid"/>
          </a:ln>
        </p:spPr>
      </p:sp>
      <p:sp>
        <p:nvSpPr>
          <p:cNvPr id="260" name="FIG2_MICRO_FUSION__PRIOR_GRAPH__239__EDGE_7">
            <a:extLst xmlns:a="http://schemas.openxmlformats.org/drawingml/2006/main">
              <a:ext uri="{FF2B5EF4-FFF2-40B4-BE49-F238E27FC236}">
                <a16:creationId xmlns:a16="http://schemas.microsoft.com/office/drawing/2014/main" id="{82366A4E-4371-4C79-A695-4EF91129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86350" y="2921794"/>
            <a:ext cx="133350" cy="633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E1863F"/>
            </a:solidFill>
            <a:prstDash val="solid"/>
          </a:ln>
        </p:spPr>
      </p:sp>
      <p:sp>
        <p:nvSpPr>
          <p:cNvPr id="261" name="FIG2_MICRO_FUSION__PRIOR_GRAPH__240__NODE_1">
            <a:extLst xmlns:a="http://schemas.openxmlformats.org/drawingml/2006/main">
              <a:ext uri="{FF2B5EF4-FFF2-40B4-BE49-F238E27FC236}">
                <a16:creationId xmlns:a16="http://schemas.microsoft.com/office/drawing/2014/main" id="{4A84F12B-AFCB-47C5-BE88-A32E3D85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4895" y="2859405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262" name="FIG2_MICRO_FUSION__PRIOR_GRAPH__241__NODE_2">
            <a:extLst xmlns:a="http://schemas.openxmlformats.org/drawingml/2006/main">
              <a:ext uri="{FF2B5EF4-FFF2-40B4-BE49-F238E27FC236}">
                <a16:creationId xmlns:a16="http://schemas.microsoft.com/office/drawing/2014/main" id="{A99526F4-497D-48F6-846F-46ABB03B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716054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263" name="FIG2_MICRO_FUSION__PRIOR_GRAPH__242__NODE_3">
            <a:extLst xmlns:a="http://schemas.openxmlformats.org/drawingml/2006/main">
              <a:ext uri="{FF2B5EF4-FFF2-40B4-BE49-F238E27FC236}">
                <a16:creationId xmlns:a16="http://schemas.microsoft.com/office/drawing/2014/main" id="{67449AC4-A121-45E1-AD1E-D0AFF942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1105" y="2776061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264" name="FIG2_MICRO_FUSION__PRIOR_GRAPH__243__NODE_4">
            <a:extLst xmlns:a="http://schemas.openxmlformats.org/drawingml/2006/main">
              <a:ext uri="{FF2B5EF4-FFF2-40B4-BE49-F238E27FC236}">
                <a16:creationId xmlns:a16="http://schemas.microsoft.com/office/drawing/2014/main" id="{852134A0-B174-4C82-A742-019AE3F3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722721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265" name="FIG2_MICRO_FUSION__PRIOR_GRAPH__244__NODE_5">
            <a:extLst xmlns:a="http://schemas.openxmlformats.org/drawingml/2006/main">
              <a:ext uri="{FF2B5EF4-FFF2-40B4-BE49-F238E27FC236}">
                <a16:creationId xmlns:a16="http://schemas.microsoft.com/office/drawing/2014/main" id="{CA53D755-4CEE-4841-99DE-4C700F8E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7315" y="2889409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266" name="FIG2_MICRO_FUSION__PRIOR_GRAPH__245__NODE_6">
            <a:extLst xmlns:a="http://schemas.openxmlformats.org/drawingml/2006/main">
              <a:ext uri="{FF2B5EF4-FFF2-40B4-BE49-F238E27FC236}">
                <a16:creationId xmlns:a16="http://schemas.microsoft.com/office/drawing/2014/main" id="{38327CBE-6F46-413C-8450-03098298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965" y="2952750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267" name="FIG2_MICRO_FUSION__246__PRIOR_LABEL">
            <a:extLst xmlns:a="http://schemas.openxmlformats.org/drawingml/2006/main">
              <a:ext uri="{FF2B5EF4-FFF2-40B4-BE49-F238E27FC236}">
                <a16:creationId xmlns:a16="http://schemas.microsoft.com/office/drawing/2014/main" id="{70119E62-F914-4860-AC5C-0D0D5813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43275"/>
            <a:ext cx="76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 i="0">
                <a:solidFill>
                  <a:srgbClr val="E186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i="0">
                <a:solidFill>
                  <a:srgbClr val="E1863F"/>
                </a:solidFill>
                <a:latin typeface="Times New Roman"/>
                <a:ea typeface="Times New Roman"/>
                <a:cs typeface="Times New Roman"/>
              </a:rPr>
              <a:t>Micro Prior</a:t>
            </a:r>
          </a:p>
        </p:txBody>
      </p:sp>
      <p:sp>
        <p:nvSpPr>
          <p:cNvPr id="268" name="FIG2_MACRO_ADAPTIVE__247__EMBEDDING_TITLE">
            <a:extLst xmlns:a="http://schemas.openxmlformats.org/drawingml/2006/main">
              <a:ext uri="{FF2B5EF4-FFF2-40B4-BE49-F238E27FC236}">
                <a16:creationId xmlns:a16="http://schemas.microsoft.com/office/drawing/2014/main" id="{E74A1BFD-9062-4844-93A1-56F732AC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76475"/>
            <a:ext cx="1762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 i="0">
                <a:solidFill>
                  <a:srgbClr val="7B5A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i="0">
                <a:solidFill>
                  <a:srgbClr val="7B5AA6"/>
                </a:solidFill>
                <a:latin typeface="Times New Roman"/>
                <a:ea typeface="Times New Roman"/>
                <a:cs typeface="Times New Roman"/>
              </a:rPr>
              <a:t>Learnable Node Embeddings</a:t>
            </a:r>
          </a:p>
        </p:txBody>
      </p:sp>
      <p:sp>
        <p:nvSpPr>
          <p:cNvPr id="269" name="FIG2_MACRO_ADAPTIVE__248__EMBED_DIM">
            <a:extLst xmlns:a="http://schemas.openxmlformats.org/drawingml/2006/main">
              <a:ext uri="{FF2B5EF4-FFF2-40B4-BE49-F238E27FC236}">
                <a16:creationId xmlns:a16="http://schemas.microsoft.com/office/drawing/2014/main" id="{89EE8C3C-5EB1-4A8D-AEF3-99C2FDA0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028825"/>
            <a:ext cx="647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rPr>
              <a:t>dₑ = 10</a:t>
            </a:r>
          </a:p>
        </p:txBody>
      </p:sp>
      <p:sp>
        <p:nvSpPr>
          <p:cNvPr id="270" name="FIG2_MACRO_ADAPTIVE__EM1__249__LABEL">
            <a:extLst xmlns:a="http://schemas.openxmlformats.org/drawingml/2006/main">
              <a:ext uri="{FF2B5EF4-FFF2-40B4-BE49-F238E27FC236}">
                <a16:creationId xmlns:a16="http://schemas.microsoft.com/office/drawing/2014/main" id="{0012B0E1-68C6-4B88-9697-D99DA290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323975"/>
            <a:ext cx="25717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2D8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i="0">
                <a:solidFill>
                  <a:srgbClr val="2D8F88"/>
                </a:solidFill>
                <a:latin typeface="Times New Roman"/>
                <a:ea typeface="Times New Roman"/>
                <a:cs typeface="Times New Roman"/>
              </a:rPr>
              <a:t>E₁ᵐ</a:t>
            </a:r>
          </a:p>
        </p:txBody>
      </p:sp>
      <p:sp>
        <p:nvSpPr>
          <p:cNvPr id="271" name="FIG2_MACRO_ADAPTIVE__EM1__250__CELL_1">
            <a:extLst xmlns:a="http://schemas.openxmlformats.org/drawingml/2006/main">
              <a:ext uri="{FF2B5EF4-FFF2-40B4-BE49-F238E27FC236}">
                <a16:creationId xmlns:a16="http://schemas.microsoft.com/office/drawing/2014/main" id="{4C99A938-DAE0-4FB3-AE4E-5BD12087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333500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A"/>
          </a:solidFill>
          <a:ln xmlns:a="http://schemas.openxmlformats.org/drawingml/2006/main" w="4445">
            <a:solidFill>
              <a:srgbClr val="2D8F88"/>
            </a:solidFill>
            <a:prstDash val="solid"/>
          </a:ln>
        </p:spPr>
      </p:sp>
      <p:sp>
        <p:nvSpPr>
          <p:cNvPr id="272" name="FIG2_MACRO_ADAPTIVE__EM1__251__CELL_2">
            <a:extLst xmlns:a="http://schemas.openxmlformats.org/drawingml/2006/main">
              <a:ext uri="{FF2B5EF4-FFF2-40B4-BE49-F238E27FC236}">
                <a16:creationId xmlns:a16="http://schemas.microsoft.com/office/drawing/2014/main" id="{FA44D4A3-9DEA-45B9-9392-EAEFA91A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270" y="1333500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F"/>
          </a:solidFill>
          <a:ln xmlns:a="http://schemas.openxmlformats.org/drawingml/2006/main" w="4445">
            <a:solidFill>
              <a:srgbClr val="2D8F88"/>
            </a:solidFill>
            <a:prstDash val="solid"/>
          </a:ln>
        </p:spPr>
      </p:sp>
      <p:sp>
        <p:nvSpPr>
          <p:cNvPr id="273" name="FIG2_MACRO_ADAPTIVE__EM1__252__CELL_3">
            <a:extLst xmlns:a="http://schemas.openxmlformats.org/drawingml/2006/main">
              <a:ext uri="{FF2B5EF4-FFF2-40B4-BE49-F238E27FC236}">
                <a16:creationId xmlns:a16="http://schemas.microsoft.com/office/drawing/2014/main" id="{6411D11A-B4FB-448F-B094-688F5CE9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990" y="1333500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8E3"/>
          </a:solidFill>
          <a:ln xmlns:a="http://schemas.openxmlformats.org/drawingml/2006/main" w="4445">
            <a:solidFill>
              <a:srgbClr val="2D8F88"/>
            </a:solidFill>
            <a:prstDash val="solid"/>
          </a:ln>
        </p:spPr>
      </p:sp>
      <p:sp>
        <p:nvSpPr>
          <p:cNvPr id="274" name="FIG2_MACRO_ADAPTIVE__EM1__253__CELL_4">
            <a:extLst xmlns:a="http://schemas.openxmlformats.org/drawingml/2006/main">
              <a:ext uri="{FF2B5EF4-FFF2-40B4-BE49-F238E27FC236}">
                <a16:creationId xmlns:a16="http://schemas.microsoft.com/office/drawing/2014/main" id="{E11632A3-E19F-4F69-8D45-460DF1E3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10" y="1333500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D8D1"/>
          </a:solidFill>
          <a:ln xmlns:a="http://schemas.openxmlformats.org/drawingml/2006/main" w="4445">
            <a:solidFill>
              <a:srgbClr val="2D8F88"/>
            </a:solidFill>
            <a:prstDash val="solid"/>
          </a:ln>
        </p:spPr>
      </p:sp>
      <p:sp>
        <p:nvSpPr>
          <p:cNvPr id="275" name="FIG2_MACRO_ADAPTIVE__EM1__254__CELL_5">
            <a:extLst xmlns:a="http://schemas.openxmlformats.org/drawingml/2006/main">
              <a:ext uri="{FF2B5EF4-FFF2-40B4-BE49-F238E27FC236}">
                <a16:creationId xmlns:a16="http://schemas.microsoft.com/office/drawing/2014/main" id="{8F294751-BDCC-4775-AB81-BEAFD50D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0" y="1333500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BBB2"/>
          </a:solidFill>
          <a:ln xmlns:a="http://schemas.openxmlformats.org/drawingml/2006/main" w="4445">
            <a:solidFill>
              <a:srgbClr val="2D8F88"/>
            </a:solidFill>
            <a:prstDash val="solid"/>
          </a:ln>
        </p:spPr>
      </p:sp>
      <p:sp>
        <p:nvSpPr>
          <p:cNvPr id="276" name="FIG2_MACRO_ADAPTIVE__EM1__255__CELL_6">
            <a:extLst xmlns:a="http://schemas.openxmlformats.org/drawingml/2006/main">
              <a:ext uri="{FF2B5EF4-FFF2-40B4-BE49-F238E27FC236}">
                <a16:creationId xmlns:a16="http://schemas.microsoft.com/office/drawing/2014/main" id="{00D1464C-B8EC-4CEA-BCA7-D3D5097F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333500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098"/>
          </a:solidFill>
          <a:ln xmlns:a="http://schemas.openxmlformats.org/drawingml/2006/main" w="4445">
            <a:solidFill>
              <a:srgbClr val="2D8F88"/>
            </a:solidFill>
            <a:prstDash val="solid"/>
          </a:ln>
        </p:spPr>
      </p:sp>
      <p:sp>
        <p:nvSpPr>
          <p:cNvPr id="277" name="FIG2_MACRO_ADAPTIVE__EM1__256__CELL_7">
            <a:extLst xmlns:a="http://schemas.openxmlformats.org/drawingml/2006/main">
              <a:ext uri="{FF2B5EF4-FFF2-40B4-BE49-F238E27FC236}">
                <a16:creationId xmlns:a16="http://schemas.microsoft.com/office/drawing/2014/main" id="{61796A3F-9FBB-4D6D-B79A-728CEBC5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7870" y="1333500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F88"/>
          </a:solidFill>
          <a:ln xmlns:a="http://schemas.openxmlformats.org/drawingml/2006/main" w="4445">
            <a:solidFill>
              <a:srgbClr val="2D8F88"/>
            </a:solidFill>
            <a:prstDash val="solid"/>
          </a:ln>
        </p:spPr>
      </p:sp>
      <p:sp>
        <p:nvSpPr>
          <p:cNvPr id="278" name="FIG2_MACRO_ADAPTIVE__EM2__257__LABEL">
            <a:extLst xmlns:a="http://schemas.openxmlformats.org/drawingml/2006/main">
              <a:ext uri="{FF2B5EF4-FFF2-40B4-BE49-F238E27FC236}">
                <a16:creationId xmlns:a16="http://schemas.microsoft.com/office/drawing/2014/main" id="{23689E7E-26FC-4084-AC49-F66B9012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457325"/>
            <a:ext cx="25717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2D8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i="0">
                <a:solidFill>
                  <a:srgbClr val="2D8F88"/>
                </a:solidFill>
                <a:latin typeface="Times New Roman"/>
                <a:ea typeface="Times New Roman"/>
                <a:cs typeface="Times New Roman"/>
              </a:rPr>
              <a:t>E₂ᵐ</a:t>
            </a:r>
          </a:p>
        </p:txBody>
      </p:sp>
      <p:sp>
        <p:nvSpPr>
          <p:cNvPr id="279" name="FIG2_MACRO_ADAPTIVE__EM2__258__CELL_1">
            <a:extLst xmlns:a="http://schemas.openxmlformats.org/drawingml/2006/main">
              <a:ext uri="{FF2B5EF4-FFF2-40B4-BE49-F238E27FC236}">
                <a16:creationId xmlns:a16="http://schemas.microsoft.com/office/drawing/2014/main" id="{1EDE1612-7D33-416E-9951-A9D44CDD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466850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A"/>
          </a:solidFill>
          <a:ln xmlns:a="http://schemas.openxmlformats.org/drawingml/2006/main" w="4445">
            <a:solidFill>
              <a:srgbClr val="2D8F88"/>
            </a:solidFill>
            <a:prstDash val="solid"/>
          </a:ln>
        </p:spPr>
      </p:sp>
      <p:sp>
        <p:nvSpPr>
          <p:cNvPr id="280" name="FIG2_MACRO_ADAPTIVE__EM2__259__CELL_2">
            <a:extLst xmlns:a="http://schemas.openxmlformats.org/drawingml/2006/main">
              <a:ext uri="{FF2B5EF4-FFF2-40B4-BE49-F238E27FC236}">
                <a16:creationId xmlns:a16="http://schemas.microsoft.com/office/drawing/2014/main" id="{5A5F7D89-C8FD-4854-82CA-E28EBA3A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270" y="1466850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F"/>
          </a:solidFill>
          <a:ln xmlns:a="http://schemas.openxmlformats.org/drawingml/2006/main" w="4445">
            <a:solidFill>
              <a:srgbClr val="2D8F88"/>
            </a:solidFill>
            <a:prstDash val="solid"/>
          </a:ln>
        </p:spPr>
      </p:sp>
      <p:sp>
        <p:nvSpPr>
          <p:cNvPr id="281" name="FIG2_MACRO_ADAPTIVE__EM2__260__CELL_3">
            <a:extLst xmlns:a="http://schemas.openxmlformats.org/drawingml/2006/main">
              <a:ext uri="{FF2B5EF4-FFF2-40B4-BE49-F238E27FC236}">
                <a16:creationId xmlns:a16="http://schemas.microsoft.com/office/drawing/2014/main" id="{60D50EB7-4AF9-4E77-B1B0-3885AA21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990" y="1466850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8E3"/>
          </a:solidFill>
          <a:ln xmlns:a="http://schemas.openxmlformats.org/drawingml/2006/main" w="4445">
            <a:solidFill>
              <a:srgbClr val="2D8F88"/>
            </a:solidFill>
            <a:prstDash val="solid"/>
          </a:ln>
        </p:spPr>
      </p:sp>
      <p:sp>
        <p:nvSpPr>
          <p:cNvPr id="282" name="FIG2_MACRO_ADAPTIVE__EM2__261__CELL_4">
            <a:extLst xmlns:a="http://schemas.openxmlformats.org/drawingml/2006/main">
              <a:ext uri="{FF2B5EF4-FFF2-40B4-BE49-F238E27FC236}">
                <a16:creationId xmlns:a16="http://schemas.microsoft.com/office/drawing/2014/main" id="{202584FB-4918-4F7B-970C-FB372B80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10" y="1466850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D8D1"/>
          </a:solidFill>
          <a:ln xmlns:a="http://schemas.openxmlformats.org/drawingml/2006/main" w="4445">
            <a:solidFill>
              <a:srgbClr val="2D8F88"/>
            </a:solidFill>
            <a:prstDash val="solid"/>
          </a:ln>
        </p:spPr>
      </p:sp>
      <p:sp>
        <p:nvSpPr>
          <p:cNvPr id="283" name="FIG2_MACRO_ADAPTIVE__EM2__262__CELL_5">
            <a:extLst xmlns:a="http://schemas.openxmlformats.org/drawingml/2006/main">
              <a:ext uri="{FF2B5EF4-FFF2-40B4-BE49-F238E27FC236}">
                <a16:creationId xmlns:a16="http://schemas.microsoft.com/office/drawing/2014/main" id="{3BDCC36A-2449-4FB2-B8A4-1CBC8490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0" y="1466850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BBB2"/>
          </a:solidFill>
          <a:ln xmlns:a="http://schemas.openxmlformats.org/drawingml/2006/main" w="4445">
            <a:solidFill>
              <a:srgbClr val="2D8F88"/>
            </a:solidFill>
            <a:prstDash val="solid"/>
          </a:ln>
        </p:spPr>
      </p:sp>
      <p:sp>
        <p:nvSpPr>
          <p:cNvPr id="284" name="FIG2_MACRO_ADAPTIVE__EM2__263__CELL_6">
            <a:extLst xmlns:a="http://schemas.openxmlformats.org/drawingml/2006/main">
              <a:ext uri="{FF2B5EF4-FFF2-40B4-BE49-F238E27FC236}">
                <a16:creationId xmlns:a16="http://schemas.microsoft.com/office/drawing/2014/main" id="{DDCF951C-2F35-467C-A98C-C0EA3F03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466850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098"/>
          </a:solidFill>
          <a:ln xmlns:a="http://schemas.openxmlformats.org/drawingml/2006/main" w="4445">
            <a:solidFill>
              <a:srgbClr val="2D8F88"/>
            </a:solidFill>
            <a:prstDash val="solid"/>
          </a:ln>
        </p:spPr>
      </p:sp>
      <p:sp>
        <p:nvSpPr>
          <p:cNvPr id="285" name="FIG2_MACRO_ADAPTIVE__EM2__264__CELL_7">
            <a:extLst xmlns:a="http://schemas.openxmlformats.org/drawingml/2006/main">
              <a:ext uri="{FF2B5EF4-FFF2-40B4-BE49-F238E27FC236}">
                <a16:creationId xmlns:a16="http://schemas.microsoft.com/office/drawing/2014/main" id="{B11B0D5C-60EC-46FC-B7B3-909D0A1F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7870" y="1466850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F88"/>
          </a:solidFill>
          <a:ln xmlns:a="http://schemas.openxmlformats.org/drawingml/2006/main" w="4445">
            <a:solidFill>
              <a:srgbClr val="2D8F88"/>
            </a:solidFill>
            <a:prstDash val="solid"/>
          </a:ln>
        </p:spPr>
      </p:sp>
      <p:sp>
        <p:nvSpPr>
          <p:cNvPr id="286" name="FIG2_MACRO_ADAPTIVE__265__EMBED_TO_SCORE__SHAFT">
            <a:extLst xmlns:a="http://schemas.openxmlformats.org/drawingml/2006/main">
              <a:ext uri="{FF2B5EF4-FFF2-40B4-BE49-F238E27FC236}">
                <a16:creationId xmlns:a16="http://schemas.microsoft.com/office/drawing/2014/main" id="{C9C7A21C-1D3E-416E-81F8-4AA3F0F3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886450" y="1438275"/>
            <a:ext cx="190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B5AA6"/>
            </a:solidFill>
            <a:prstDash val="solid"/>
          </a:ln>
        </p:spPr>
      </p:sp>
      <p:sp>
        <p:nvSpPr>
          <p:cNvPr id="287" name="FIG2_MACRO_ADAPTIVE__265__EMBED_TO_SCORE__HEAD">
            <a:extLst xmlns:a="http://schemas.openxmlformats.org/drawingml/2006/main">
              <a:ext uri="{FF2B5EF4-FFF2-40B4-BE49-F238E27FC236}">
                <a16:creationId xmlns:a16="http://schemas.microsoft.com/office/drawing/2014/main" id="{E9052293-FB34-42BD-806D-EABCE3FB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409700"/>
            <a:ext cx="762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B5A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FIG2_MACRO_ADAPTIVE__SCORES__266__EDGE_1">
            <a:extLst xmlns:a="http://schemas.openxmlformats.org/drawingml/2006/main">
              <a:ext uri="{FF2B5EF4-FFF2-40B4-BE49-F238E27FC236}">
                <a16:creationId xmlns:a16="http://schemas.microsoft.com/office/drawing/2014/main" id="{72B64C0E-D3E1-4411-AE30-0E2D70AA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01131" y="1320927"/>
            <a:ext cx="65151" cy="1474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289" name="FIG2_MACRO_ADAPTIVE__SCORES__267__EDGE_2">
            <a:extLst xmlns:a="http://schemas.openxmlformats.org/drawingml/2006/main">
              <a:ext uri="{FF2B5EF4-FFF2-40B4-BE49-F238E27FC236}">
                <a16:creationId xmlns:a16="http://schemas.microsoft.com/office/drawing/2014/main" id="{97236BED-DD2F-4DA4-ABE2-A5CCBC8C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01131" y="1382649"/>
            <a:ext cx="14840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2D8F88"/>
            </a:solidFill>
            <a:prstDash val="solid"/>
          </a:ln>
        </p:spPr>
      </p:sp>
      <p:sp>
        <p:nvSpPr>
          <p:cNvPr id="290" name="FIG2_MACRO_ADAPTIVE__SCORES__268__EDGE_3">
            <a:extLst xmlns:a="http://schemas.openxmlformats.org/drawingml/2006/main">
              <a:ext uri="{FF2B5EF4-FFF2-40B4-BE49-F238E27FC236}">
                <a16:creationId xmlns:a16="http://schemas.microsoft.com/office/drawing/2014/main" id="{2E2EBB16-8E9B-4AAA-8A91-0BE66B2E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66282" y="1320927"/>
            <a:ext cx="83249" cy="617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2D8F88"/>
            </a:solidFill>
            <a:prstDash val="solid"/>
          </a:ln>
        </p:spPr>
      </p:sp>
      <p:sp>
        <p:nvSpPr>
          <p:cNvPr id="291" name="FIG2_MACRO_ADAPTIVE__SCORES__269__EDGE_4">
            <a:extLst xmlns:a="http://schemas.openxmlformats.org/drawingml/2006/main">
              <a:ext uri="{FF2B5EF4-FFF2-40B4-BE49-F238E27FC236}">
                <a16:creationId xmlns:a16="http://schemas.microsoft.com/office/drawing/2014/main" id="{FA99143B-BCE2-4B4B-9724-B49E772D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149531" y="1327785"/>
            <a:ext cx="115824" cy="548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2D8F88"/>
            </a:solidFill>
            <a:prstDash val="solid"/>
          </a:ln>
        </p:spPr>
      </p:sp>
      <p:sp>
        <p:nvSpPr>
          <p:cNvPr id="292" name="FIG2_MACRO_ADAPTIVE__SCORES__270__EDGE_5">
            <a:extLst xmlns:a="http://schemas.openxmlformats.org/drawingml/2006/main">
              <a:ext uri="{FF2B5EF4-FFF2-40B4-BE49-F238E27FC236}">
                <a16:creationId xmlns:a16="http://schemas.microsoft.com/office/drawing/2014/main" id="{26A44B9A-2F1B-4D7F-9DD5-DB42EFE9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149531" y="1382649"/>
            <a:ext cx="21717" cy="181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D8F88"/>
            </a:solidFill>
            <a:prstDash val="solid"/>
          </a:ln>
        </p:spPr>
      </p:sp>
      <p:sp>
        <p:nvSpPr>
          <p:cNvPr id="293" name="FIG2_MACRO_ADAPTIVE__SCORES__271__EDGE_6">
            <a:extLst xmlns:a="http://schemas.openxmlformats.org/drawingml/2006/main">
              <a:ext uri="{FF2B5EF4-FFF2-40B4-BE49-F238E27FC236}">
                <a16:creationId xmlns:a16="http://schemas.microsoft.com/office/drawing/2014/main" id="{5457C7D5-584A-4701-BF36-AD4B61B3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5355" y="1327785"/>
            <a:ext cx="32576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D8F88"/>
            </a:solidFill>
            <a:prstDash val="solid"/>
          </a:ln>
        </p:spPr>
      </p:sp>
      <p:sp>
        <p:nvSpPr>
          <p:cNvPr id="294" name="FIG2_MACRO_ADAPTIVE__SCORES__272__EDGE_7">
            <a:extLst xmlns:a="http://schemas.openxmlformats.org/drawingml/2006/main">
              <a:ext uri="{FF2B5EF4-FFF2-40B4-BE49-F238E27FC236}">
                <a16:creationId xmlns:a16="http://schemas.microsoft.com/office/drawing/2014/main" id="{B84D3177-111F-4780-ACAD-C77F6EF5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171248" y="1499235"/>
            <a:ext cx="126683" cy="651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2D8F88"/>
            </a:solidFill>
            <a:prstDash val="solid"/>
          </a:ln>
        </p:spPr>
      </p:sp>
      <p:sp>
        <p:nvSpPr>
          <p:cNvPr id="295" name="FIG2_MACRO_ADAPTIVE__SCORES__273__EDGE_8">
            <a:extLst xmlns:a="http://schemas.openxmlformats.org/drawingml/2006/main">
              <a:ext uri="{FF2B5EF4-FFF2-40B4-BE49-F238E27FC236}">
                <a16:creationId xmlns:a16="http://schemas.microsoft.com/office/drawing/2014/main" id="{D886C01D-7EBE-4CE2-B0C7-3FA0D6D4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01131" y="1468374"/>
            <a:ext cx="296799" cy="308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0C6"/>
            </a:solidFill>
            <a:prstDash val="dash"/>
          </a:ln>
        </p:spPr>
      </p:sp>
      <p:sp>
        <p:nvSpPr>
          <p:cNvPr id="296" name="FIG2_MACRO_ADAPTIVE__SCORES__274__EDGE_9">
            <a:extLst xmlns:a="http://schemas.openxmlformats.org/drawingml/2006/main">
              <a:ext uri="{FF2B5EF4-FFF2-40B4-BE49-F238E27FC236}">
                <a16:creationId xmlns:a16="http://schemas.microsoft.com/office/drawing/2014/main" id="{0E8EC296-7A77-4278-AA43-E939B671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66282" y="1320927"/>
            <a:ext cx="104965" cy="2434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0C6"/>
            </a:solidFill>
            <a:prstDash val="dash"/>
          </a:ln>
        </p:spPr>
      </p:sp>
      <p:sp>
        <p:nvSpPr>
          <p:cNvPr id="297" name="FIG2_MACRO_ADAPTIVE__SCORES__275__NODE_1">
            <a:extLst xmlns:a="http://schemas.openxmlformats.org/drawingml/2006/main">
              <a:ext uri="{FF2B5EF4-FFF2-40B4-BE49-F238E27FC236}">
                <a16:creationId xmlns:a16="http://schemas.microsoft.com/office/drawing/2014/main" id="{F17484BF-8E9E-463C-A529-4247AA20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8746" y="1435989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298" name="FIG2_MACRO_ADAPTIVE__SCORES__276__NODE_2">
            <a:extLst xmlns:a="http://schemas.openxmlformats.org/drawingml/2006/main">
              <a:ext uri="{FF2B5EF4-FFF2-40B4-BE49-F238E27FC236}">
                <a16:creationId xmlns:a16="http://schemas.microsoft.com/office/drawing/2014/main" id="{127CD98D-0863-4E55-B955-C70BB77B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897" y="1288542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299" name="FIG2_MACRO_ADAPTIVE__SCORES__277__NODE_3">
            <a:extLst xmlns:a="http://schemas.openxmlformats.org/drawingml/2006/main">
              <a:ext uri="{FF2B5EF4-FFF2-40B4-BE49-F238E27FC236}">
                <a16:creationId xmlns:a16="http://schemas.microsoft.com/office/drawing/2014/main" id="{83936D62-1600-44FF-BD4C-3C836687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146" y="1350264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300" name="FIG2_MACRO_ADAPTIVE__SCORES__278__NODE_4">
            <a:extLst xmlns:a="http://schemas.openxmlformats.org/drawingml/2006/main">
              <a:ext uri="{FF2B5EF4-FFF2-40B4-BE49-F238E27FC236}">
                <a16:creationId xmlns:a16="http://schemas.microsoft.com/office/drawing/2014/main" id="{7F5BA67A-AA0C-4065-BA0E-60214A6F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2970" y="1295400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301" name="FIG2_MACRO_ADAPTIVE__SCORES__279__NODE_5">
            <a:extLst xmlns:a="http://schemas.openxmlformats.org/drawingml/2006/main">
              <a:ext uri="{FF2B5EF4-FFF2-40B4-BE49-F238E27FC236}">
                <a16:creationId xmlns:a16="http://schemas.microsoft.com/office/drawing/2014/main" id="{7DB6F9FF-04A5-4791-8372-CC6C37DF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545" y="1466850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302" name="FIG2_MACRO_ADAPTIVE__SCORES__280__NODE_6">
            <a:extLst xmlns:a="http://schemas.openxmlformats.org/drawingml/2006/main">
              <a:ext uri="{FF2B5EF4-FFF2-40B4-BE49-F238E27FC236}">
                <a16:creationId xmlns:a16="http://schemas.microsoft.com/office/drawing/2014/main" id="{B65B340D-D21B-4427-AE48-868DCB6D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863" y="1532001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303" name="FIG2_MACRO_ADAPTIVE__281__SCORE_LABEL">
            <a:extLst xmlns:a="http://schemas.openxmlformats.org/drawingml/2006/main">
              <a:ext uri="{FF2B5EF4-FFF2-40B4-BE49-F238E27FC236}">
                <a16:creationId xmlns:a16="http://schemas.microsoft.com/office/drawing/2014/main" id="{4CB8F7E9-C2DC-402B-97A6-5CE38358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57350"/>
            <a:ext cx="85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rPr>
              <a:t>Adaptive Edge</a:t>
            </a:r>
          </a:p>
          <a:p xmlns:a="http://schemas.openxmlformats.org/drawingml/2006/main">
            <a:pPr algn="ctr">
              <a:defRPr sz="105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rPr>
              <a:t>Importance</a:t>
            </a:r>
          </a:p>
        </p:txBody>
      </p:sp>
      <p:sp>
        <p:nvSpPr>
          <p:cNvPr id="304" name="FIG2_MACRO_ADAPTIVE">
            <a:extLst xmlns:a="http://schemas.openxmlformats.org/drawingml/2006/main">
              <a:ext uri="{FF2B5EF4-FFF2-40B4-BE49-F238E27FC236}">
                <a16:creationId xmlns:a16="http://schemas.microsoft.com/office/drawing/2014/main" id="{865C4079-8A70-4005-8CB8-CA27730E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3430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7B5AA6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7B5A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 i="0">
                <a:solidFill>
                  <a:srgbClr val="7B5AA6"/>
                </a:solidFill>
                <a:latin typeface="Times New Roman"/>
                <a:ea typeface="Times New Roman"/>
                <a:cs typeface="Times New Roman"/>
              </a:rPr>
              <a:t>⊙</a:t>
            </a:r>
          </a:p>
        </p:txBody>
      </p:sp>
      <p:sp>
        <p:nvSpPr>
          <p:cNvPr id="305" name="FIG2_MACRO_ADAPTIVE__282__PRIOR_CURVE_1">
            <a:extLst xmlns:a="http://schemas.openxmlformats.org/drawingml/2006/main">
              <a:ext uri="{FF2B5EF4-FFF2-40B4-BE49-F238E27FC236}">
                <a16:creationId xmlns:a16="http://schemas.microsoft.com/office/drawing/2014/main" id="{2D186D5C-718D-448C-93CA-97FB1261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57800" y="1038225"/>
            <a:ext cx="571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D8F88"/>
            </a:solidFill>
            <a:prstDash val="solid"/>
          </a:ln>
        </p:spPr>
      </p:sp>
      <p:sp>
        <p:nvSpPr>
          <p:cNvPr id="306" name="FIG2_MACRO_ADAPTIVE__283__PRIOR_CURVE_2">
            <a:extLst xmlns:a="http://schemas.openxmlformats.org/drawingml/2006/main">
              <a:ext uri="{FF2B5EF4-FFF2-40B4-BE49-F238E27FC236}">
                <a16:creationId xmlns:a16="http://schemas.microsoft.com/office/drawing/2014/main" id="{EE418EE3-DDE8-4365-8872-2AB0729D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14950" y="1038225"/>
            <a:ext cx="95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D8F88"/>
            </a:solidFill>
            <a:prstDash val="solid"/>
          </a:ln>
        </p:spPr>
      </p:sp>
      <p:sp>
        <p:nvSpPr>
          <p:cNvPr id="307" name="FIG2_MACRO_ADAPTIVE__284__PRIOR_CURVE_3">
            <a:extLst xmlns:a="http://schemas.openxmlformats.org/drawingml/2006/main">
              <a:ext uri="{FF2B5EF4-FFF2-40B4-BE49-F238E27FC236}">
                <a16:creationId xmlns:a16="http://schemas.microsoft.com/office/drawing/2014/main" id="{882B9ACD-527F-4500-BF1A-E9D0A316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14950" y="1143000"/>
            <a:ext cx="11239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D8F88"/>
            </a:solidFill>
            <a:prstDash val="solid"/>
          </a:ln>
        </p:spPr>
      </p:sp>
      <p:sp>
        <p:nvSpPr>
          <p:cNvPr id="308" name="FIG2_MACRO_ADAPTIVE__285__PRIOR_TO_OPERATOR">
            <a:extLst xmlns:a="http://schemas.openxmlformats.org/drawingml/2006/main">
              <a:ext uri="{FF2B5EF4-FFF2-40B4-BE49-F238E27FC236}">
                <a16:creationId xmlns:a16="http://schemas.microsoft.com/office/drawing/2014/main" id="{500BDCB6-BDDA-4959-81ED-2579B950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38900" y="1143000"/>
            <a:ext cx="104775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D8F88"/>
            </a:solidFill>
            <a:prstDash val="solid"/>
          </a:ln>
        </p:spPr>
      </p:sp>
      <p:sp>
        <p:nvSpPr>
          <p:cNvPr id="309" name="FIG2_MACRO_ADAPTIVE__286__SCORE_TO_OPERATOR__SHAFT">
            <a:extLst xmlns:a="http://schemas.openxmlformats.org/drawingml/2006/main">
              <a:ext uri="{FF2B5EF4-FFF2-40B4-BE49-F238E27FC236}">
                <a16:creationId xmlns:a16="http://schemas.microsoft.com/office/drawing/2014/main" id="{7095A623-3C46-406F-B718-4DF316B2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343650" y="1447800"/>
            <a:ext cx="190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B5AA6"/>
            </a:solidFill>
            <a:prstDash val="solid"/>
          </a:ln>
        </p:spPr>
      </p:sp>
      <p:sp>
        <p:nvSpPr>
          <p:cNvPr id="310" name="FIG2_MACRO_ADAPTIVE__286__SCORE_TO_OPERATOR__HEAD">
            <a:extLst xmlns:a="http://schemas.openxmlformats.org/drawingml/2006/main">
              <a:ext uri="{FF2B5EF4-FFF2-40B4-BE49-F238E27FC236}">
                <a16:creationId xmlns:a16="http://schemas.microsoft.com/office/drawing/2014/main" id="{073A60EE-53A3-432D-A9FF-29FA33A5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419225"/>
            <a:ext cx="85725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B5A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FIG2_MACRO_ADAPTIVE__287__OP_LABEL">
            <a:extLst xmlns:a="http://schemas.openxmlformats.org/drawingml/2006/main">
              <a:ext uri="{FF2B5EF4-FFF2-40B4-BE49-F238E27FC236}">
                <a16:creationId xmlns:a16="http://schemas.microsoft.com/office/drawing/2014/main" id="{E7A10F69-23F8-4AB1-9739-DB84A72C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71675"/>
            <a:ext cx="876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7B5A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7B5AA6"/>
                </a:solidFill>
                <a:latin typeface="Times New Roman"/>
                <a:ea typeface="Times New Roman"/>
                <a:cs typeface="Times New Roman"/>
              </a:rPr>
              <a:t>Constrained</a:t>
            </a:r>
          </a:p>
          <a:p xmlns:a="http://schemas.openxmlformats.org/drawingml/2006/main">
            <a:pPr algn="ctr">
              <a:defRPr sz="1050" b="0" i="0">
                <a:solidFill>
                  <a:srgbClr val="7B5A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7B5AA6"/>
                </a:solidFill>
                <a:latin typeface="Times New Roman"/>
                <a:ea typeface="Times New Roman"/>
                <a:cs typeface="Times New Roman"/>
              </a:rPr>
              <a:t>Re-weighting</a:t>
            </a:r>
          </a:p>
        </p:txBody>
      </p:sp>
      <p:sp>
        <p:nvSpPr>
          <p:cNvPr id="312" name="FIG2_MACRO_ADAPTIVE__288__OP_TO_SUPPORTED__SHAFT">
            <a:extLst xmlns:a="http://schemas.openxmlformats.org/drawingml/2006/main">
              <a:ext uri="{FF2B5EF4-FFF2-40B4-BE49-F238E27FC236}">
                <a16:creationId xmlns:a16="http://schemas.microsoft.com/office/drawing/2014/main" id="{D3F4448A-FFA3-40D3-B6B3-99AB3328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57975" y="1447800"/>
            <a:ext cx="190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B5AA6"/>
            </a:solidFill>
            <a:prstDash val="solid"/>
          </a:ln>
        </p:spPr>
      </p:sp>
      <p:sp>
        <p:nvSpPr>
          <p:cNvPr id="313" name="FIG2_MACRO_ADAPTIVE__288__OP_TO_SUPPORTED__HEAD">
            <a:extLst xmlns:a="http://schemas.openxmlformats.org/drawingml/2006/main">
              <a:ext uri="{FF2B5EF4-FFF2-40B4-BE49-F238E27FC236}">
                <a16:creationId xmlns:a16="http://schemas.microsoft.com/office/drawing/2014/main" id="{2DE44CBA-921D-4CE2-80B9-FA7ADC7E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419225"/>
            <a:ext cx="66675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B5A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FIG2_MACRO_ADAPTIVE__SUPPORTED__289__EDGE_1">
            <a:extLst xmlns:a="http://schemas.openxmlformats.org/drawingml/2006/main">
              <a:ext uri="{FF2B5EF4-FFF2-40B4-BE49-F238E27FC236}">
                <a16:creationId xmlns:a16="http://schemas.microsoft.com/office/drawing/2014/main" id="{C16D2223-2DBB-46A3-9609-235FF3BF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3131" y="1320927"/>
            <a:ext cx="65151" cy="1474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D8F88"/>
            </a:solidFill>
            <a:prstDash val="solid"/>
          </a:ln>
        </p:spPr>
      </p:sp>
      <p:sp>
        <p:nvSpPr>
          <p:cNvPr id="315" name="FIG2_MACRO_ADAPTIVE__SUPPORTED__290__EDGE_2">
            <a:extLst xmlns:a="http://schemas.openxmlformats.org/drawingml/2006/main">
              <a:ext uri="{FF2B5EF4-FFF2-40B4-BE49-F238E27FC236}">
                <a16:creationId xmlns:a16="http://schemas.microsoft.com/office/drawing/2014/main" id="{B4159B4B-86FB-4EC8-955B-B68B3661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3131" y="1382649"/>
            <a:ext cx="14840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2D8F88"/>
            </a:solidFill>
            <a:prstDash val="solid"/>
          </a:ln>
        </p:spPr>
      </p:sp>
      <p:sp>
        <p:nvSpPr>
          <p:cNvPr id="316" name="FIG2_MACRO_ADAPTIVE__SUPPORTED__291__EDGE_3">
            <a:extLst xmlns:a="http://schemas.openxmlformats.org/drawingml/2006/main">
              <a:ext uri="{FF2B5EF4-FFF2-40B4-BE49-F238E27FC236}">
                <a16:creationId xmlns:a16="http://schemas.microsoft.com/office/drawing/2014/main" id="{9DB4391F-59D8-44A5-B6E8-9298AF84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28282" y="1320927"/>
            <a:ext cx="83249" cy="617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2D8F88"/>
            </a:solidFill>
            <a:prstDash val="solid"/>
          </a:ln>
        </p:spPr>
      </p:sp>
      <p:sp>
        <p:nvSpPr>
          <p:cNvPr id="317" name="FIG2_MACRO_ADAPTIVE__SUPPORTED__292__EDGE_4">
            <a:extLst xmlns:a="http://schemas.openxmlformats.org/drawingml/2006/main">
              <a:ext uri="{FF2B5EF4-FFF2-40B4-BE49-F238E27FC236}">
                <a16:creationId xmlns:a16="http://schemas.microsoft.com/office/drawing/2014/main" id="{C19C4E09-ED96-49C2-B018-DDFE8C38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911531" y="1327785"/>
            <a:ext cx="115824" cy="548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2D8F88"/>
            </a:solidFill>
            <a:prstDash val="solid"/>
          </a:ln>
        </p:spPr>
      </p:sp>
      <p:sp>
        <p:nvSpPr>
          <p:cNvPr id="318" name="FIG2_MACRO_ADAPTIVE__SUPPORTED__293__EDGE_5">
            <a:extLst xmlns:a="http://schemas.openxmlformats.org/drawingml/2006/main">
              <a:ext uri="{FF2B5EF4-FFF2-40B4-BE49-F238E27FC236}">
                <a16:creationId xmlns:a16="http://schemas.microsoft.com/office/drawing/2014/main" id="{C2E22BAD-3094-4EEE-A085-33119577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11531" y="1382649"/>
            <a:ext cx="21717" cy="181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D8F88"/>
            </a:solidFill>
            <a:prstDash val="solid"/>
          </a:ln>
        </p:spPr>
      </p:sp>
      <p:sp>
        <p:nvSpPr>
          <p:cNvPr id="319" name="FIG2_MACRO_ADAPTIVE__SUPPORTED__294__EDGE_6">
            <a:extLst xmlns:a="http://schemas.openxmlformats.org/drawingml/2006/main">
              <a:ext uri="{FF2B5EF4-FFF2-40B4-BE49-F238E27FC236}">
                <a16:creationId xmlns:a16="http://schemas.microsoft.com/office/drawing/2014/main" id="{1E542AC6-2053-4AA1-B8A8-E9B90614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27355" y="1327785"/>
            <a:ext cx="32576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2D8F88"/>
            </a:solidFill>
            <a:prstDash val="solid"/>
          </a:ln>
        </p:spPr>
      </p:sp>
      <p:sp>
        <p:nvSpPr>
          <p:cNvPr id="320" name="FIG2_MACRO_ADAPTIVE__SUPPORTED__295__EDGE_7">
            <a:extLst xmlns:a="http://schemas.openxmlformats.org/drawingml/2006/main">
              <a:ext uri="{FF2B5EF4-FFF2-40B4-BE49-F238E27FC236}">
                <a16:creationId xmlns:a16="http://schemas.microsoft.com/office/drawing/2014/main" id="{520C0C9D-146E-41EA-91FD-27F3BDCE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933248" y="1499235"/>
            <a:ext cx="126683" cy="651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D8F88"/>
            </a:solidFill>
            <a:prstDash val="solid"/>
          </a:ln>
        </p:spPr>
      </p:sp>
      <p:sp>
        <p:nvSpPr>
          <p:cNvPr id="321" name="FIG2_MACRO_ADAPTIVE__SUPPORTED__296__NODE_1">
            <a:extLst xmlns:a="http://schemas.openxmlformats.org/drawingml/2006/main">
              <a:ext uri="{FF2B5EF4-FFF2-40B4-BE49-F238E27FC236}">
                <a16:creationId xmlns:a16="http://schemas.microsoft.com/office/drawing/2014/main" id="{1F6106FC-B76D-47B0-A715-53298FAD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0746" y="1435989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322" name="FIG2_MACRO_ADAPTIVE__SUPPORTED__297__NODE_2">
            <a:extLst xmlns:a="http://schemas.openxmlformats.org/drawingml/2006/main">
              <a:ext uri="{FF2B5EF4-FFF2-40B4-BE49-F238E27FC236}">
                <a16:creationId xmlns:a16="http://schemas.microsoft.com/office/drawing/2014/main" id="{302808BC-FDF2-4555-ACEB-68B28657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897" y="1288542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323" name="FIG2_MACRO_ADAPTIVE__SUPPORTED__298__NODE_3">
            <a:extLst xmlns:a="http://schemas.openxmlformats.org/drawingml/2006/main">
              <a:ext uri="{FF2B5EF4-FFF2-40B4-BE49-F238E27FC236}">
                <a16:creationId xmlns:a16="http://schemas.microsoft.com/office/drawing/2014/main" id="{EF981AAB-35C8-4ACC-B3EF-7137241E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9146" y="1350264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324" name="FIG2_MACRO_ADAPTIVE__SUPPORTED__299__NODE_4">
            <a:extLst xmlns:a="http://schemas.openxmlformats.org/drawingml/2006/main">
              <a:ext uri="{FF2B5EF4-FFF2-40B4-BE49-F238E27FC236}">
                <a16:creationId xmlns:a16="http://schemas.microsoft.com/office/drawing/2014/main" id="{9A9D879C-A7E8-4842-B5C3-50BE65EF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4970" y="1295400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325" name="FIG2_MACRO_ADAPTIVE__SUPPORTED__300__NODE_5">
            <a:extLst xmlns:a="http://schemas.openxmlformats.org/drawingml/2006/main">
              <a:ext uri="{FF2B5EF4-FFF2-40B4-BE49-F238E27FC236}">
                <a16:creationId xmlns:a16="http://schemas.microsoft.com/office/drawing/2014/main" id="{87CAD14B-0EEE-4CC4-AD99-1C0C020D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7545" y="1466850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326" name="FIG2_MACRO_ADAPTIVE__SUPPORTED__301__NODE_6">
            <a:extLst xmlns:a="http://schemas.openxmlformats.org/drawingml/2006/main">
              <a:ext uri="{FF2B5EF4-FFF2-40B4-BE49-F238E27FC236}">
                <a16:creationId xmlns:a16="http://schemas.microsoft.com/office/drawing/2014/main" id="{C84AFAC7-22CD-4CC1-8DAD-6CBDAF21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1532001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327" name="FIG2_MACRO_ADAPTIVE__302__SUPPORTED_LABEL">
            <a:extLst xmlns:a="http://schemas.openxmlformats.org/drawingml/2006/main">
              <a:ext uri="{FF2B5EF4-FFF2-40B4-BE49-F238E27FC236}">
                <a16:creationId xmlns:a16="http://schemas.microsoft.com/office/drawing/2014/main" id="{6425E155-5DC9-49EB-A7E8-B7BC6272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57350"/>
            <a:ext cx="876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rPr>
              <a:t>Supported Weighted</a:t>
            </a:r>
          </a:p>
          <a:p xmlns:a="http://schemas.openxmlformats.org/drawingml/2006/main">
            <a:pPr algn="ctr">
              <a:defRPr sz="105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rPr>
              <a:t>Graph</a:t>
            </a:r>
          </a:p>
        </p:txBody>
      </p:sp>
      <p:sp>
        <p:nvSpPr>
          <p:cNvPr id="328" name="FIG2_MACRO_ADAPTIVE__303__REMOVED_X">
            <a:extLst xmlns:a="http://schemas.openxmlformats.org/drawingml/2006/main">
              <a:ext uri="{FF2B5EF4-FFF2-40B4-BE49-F238E27FC236}">
                <a16:creationId xmlns:a16="http://schemas.microsoft.com/office/drawing/2014/main" id="{FF368D52-A676-46EA-9FD4-54554319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5730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0" i="0">
                <a:solidFill>
                  <a:srgbClr val="A85F5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i="0">
                <a:solidFill>
                  <a:srgbClr val="A85F56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329" name="FIG2_MACRO_ADAPTIVE__304__NORMALIZE__SHAFT">
            <a:extLst xmlns:a="http://schemas.openxmlformats.org/drawingml/2006/main">
              <a:ext uri="{FF2B5EF4-FFF2-40B4-BE49-F238E27FC236}">
                <a16:creationId xmlns:a16="http://schemas.microsoft.com/office/drawing/2014/main" id="{E4D9DA37-20E0-4D21-8D75-DF8822F3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115175" y="1447800"/>
            <a:ext cx="1428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B5AA6"/>
            </a:solidFill>
            <a:prstDash val="solid"/>
          </a:ln>
        </p:spPr>
      </p:sp>
      <p:sp>
        <p:nvSpPr>
          <p:cNvPr id="330" name="FIG2_MACRO_ADAPTIVE__304__NORMALIZE__HEAD">
            <a:extLst xmlns:a="http://schemas.openxmlformats.org/drawingml/2006/main">
              <a:ext uri="{FF2B5EF4-FFF2-40B4-BE49-F238E27FC236}">
                <a16:creationId xmlns:a16="http://schemas.microsoft.com/office/drawing/2014/main" id="{F241DACD-9DD6-4C6A-98EA-80C21E8F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19225"/>
            <a:ext cx="85725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B5A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FIG2_MACRO_ADAPTIVE__305__NORMALIZE_LABEL">
            <a:extLst xmlns:a="http://schemas.openxmlformats.org/drawingml/2006/main">
              <a:ext uri="{FF2B5EF4-FFF2-40B4-BE49-F238E27FC236}">
                <a16:creationId xmlns:a16="http://schemas.microsoft.com/office/drawing/2014/main" id="{5E889DF7-8602-46FE-B0D6-6EFCB41E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1239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rPr>
              <a:t>Row normalization</a:t>
            </a:r>
          </a:p>
        </p:txBody>
      </p:sp>
      <p:sp>
        <p:nvSpPr>
          <p:cNvPr id="332" name="FIG2_MACRO_ADAPTIVE__EFFECTIVE__306__EDGE_1">
            <a:extLst xmlns:a="http://schemas.openxmlformats.org/drawingml/2006/main">
              <a:ext uri="{FF2B5EF4-FFF2-40B4-BE49-F238E27FC236}">
                <a16:creationId xmlns:a16="http://schemas.microsoft.com/office/drawing/2014/main" id="{D77365ED-1C3C-421F-A1A9-00F3A2B8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97877" y="1313879"/>
            <a:ext cx="78867" cy="1556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210">
            <a:solidFill>
              <a:srgbClr val="2D8F88"/>
            </a:solidFill>
            <a:prstDash val="solid"/>
          </a:ln>
        </p:spPr>
      </p:sp>
      <p:sp>
        <p:nvSpPr>
          <p:cNvPr id="333" name="FIG2_MACRO_ADAPTIVE__EFFECTIVE__307__EDGE_2">
            <a:extLst xmlns:a="http://schemas.openxmlformats.org/drawingml/2006/main">
              <a:ext uri="{FF2B5EF4-FFF2-40B4-BE49-F238E27FC236}">
                <a16:creationId xmlns:a16="http://schemas.microsoft.com/office/drawing/2014/main" id="{CEBF069B-6A43-4475-BC89-39D768A0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97877" y="1379030"/>
            <a:ext cx="179642" cy="904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2D8F88"/>
            </a:solidFill>
            <a:prstDash val="solid"/>
          </a:ln>
        </p:spPr>
      </p:sp>
      <p:sp>
        <p:nvSpPr>
          <p:cNvPr id="334" name="FIG2_MACRO_ADAPTIVE__EFFECTIVE__308__EDGE_3">
            <a:extLst xmlns:a="http://schemas.openxmlformats.org/drawingml/2006/main">
              <a:ext uri="{FF2B5EF4-FFF2-40B4-BE49-F238E27FC236}">
                <a16:creationId xmlns:a16="http://schemas.microsoft.com/office/drawing/2014/main" id="{9BF8281A-E2DB-450D-9763-51BBDE33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76744" y="1313879"/>
            <a:ext cx="100774" cy="651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2D8F88"/>
            </a:solidFill>
            <a:prstDash val="solid"/>
          </a:ln>
        </p:spPr>
      </p:sp>
      <p:sp>
        <p:nvSpPr>
          <p:cNvPr id="335" name="FIG2_MACRO_ADAPTIVE__EFFECTIVE__309__EDGE_4">
            <a:extLst xmlns:a="http://schemas.openxmlformats.org/drawingml/2006/main">
              <a:ext uri="{FF2B5EF4-FFF2-40B4-BE49-F238E27FC236}">
                <a16:creationId xmlns:a16="http://schemas.microsoft.com/office/drawing/2014/main" id="{B1EBB8A7-F158-4337-892D-3741440D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577519" y="1321118"/>
            <a:ext cx="140208" cy="579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D8F88"/>
            </a:solidFill>
            <a:prstDash val="solid"/>
          </a:ln>
        </p:spPr>
      </p:sp>
      <p:sp>
        <p:nvSpPr>
          <p:cNvPr id="336" name="FIG2_MACRO_ADAPTIVE__EFFECTIVE__310__EDGE_5">
            <a:extLst xmlns:a="http://schemas.openxmlformats.org/drawingml/2006/main">
              <a:ext uri="{FF2B5EF4-FFF2-40B4-BE49-F238E27FC236}">
                <a16:creationId xmlns:a16="http://schemas.microsoft.com/office/drawing/2014/main" id="{D40F8F20-6805-4E8E-B06C-1427BE13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77519" y="1379030"/>
            <a:ext cx="26289" cy="1918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035">
            <a:solidFill>
              <a:srgbClr val="2D8F88"/>
            </a:solidFill>
            <a:prstDash val="solid"/>
          </a:ln>
        </p:spPr>
      </p:sp>
      <p:sp>
        <p:nvSpPr>
          <p:cNvPr id="337" name="FIG2_MACRO_ADAPTIVE__EFFECTIVE__311__EDGE_6">
            <a:extLst xmlns:a="http://schemas.openxmlformats.org/drawingml/2006/main">
              <a:ext uri="{FF2B5EF4-FFF2-40B4-BE49-F238E27FC236}">
                <a16:creationId xmlns:a16="http://schemas.microsoft.com/office/drawing/2014/main" id="{6CACD5B7-9371-4BEB-BA72-6A7F3005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17727" y="1321118"/>
            <a:ext cx="39433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2D8F88"/>
            </a:solidFill>
            <a:prstDash val="solid"/>
          </a:ln>
        </p:spPr>
      </p:sp>
      <p:sp>
        <p:nvSpPr>
          <p:cNvPr id="338" name="FIG2_MACRO_ADAPTIVE__EFFECTIVE__312__EDGE_7">
            <a:extLst xmlns:a="http://schemas.openxmlformats.org/drawingml/2006/main">
              <a:ext uri="{FF2B5EF4-FFF2-40B4-BE49-F238E27FC236}">
                <a16:creationId xmlns:a16="http://schemas.microsoft.com/office/drawing/2014/main" id="{2E657590-D3C8-4D52-9B3E-36443E92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603808" y="1502093"/>
            <a:ext cx="153353" cy="687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2D8F88"/>
            </a:solidFill>
            <a:prstDash val="solid"/>
          </a:ln>
        </p:spPr>
      </p:sp>
      <p:sp>
        <p:nvSpPr>
          <p:cNvPr id="339" name="FIG2_MACRO_ADAPTIVE__EFFECTIVE__313__NODE_1">
            <a:extLst xmlns:a="http://schemas.openxmlformats.org/drawingml/2006/main">
              <a:ext uri="{FF2B5EF4-FFF2-40B4-BE49-F238E27FC236}">
                <a16:creationId xmlns:a16="http://schemas.microsoft.com/office/drawing/2014/main" id="{CB7652B5-7719-4952-8DDC-0EAC69B3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492" y="1437132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340" name="FIG2_MACRO_ADAPTIVE__EFFECTIVE__314__NODE_2">
            <a:extLst xmlns:a="http://schemas.openxmlformats.org/drawingml/2006/main">
              <a:ext uri="{FF2B5EF4-FFF2-40B4-BE49-F238E27FC236}">
                <a16:creationId xmlns:a16="http://schemas.microsoft.com/office/drawing/2014/main" id="{87BEBF15-01D9-4D3B-8EDD-24028D9B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359" y="1281494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341" name="FIG2_MACRO_ADAPTIVE__EFFECTIVE__315__NODE_3">
            <a:extLst xmlns:a="http://schemas.openxmlformats.org/drawingml/2006/main">
              <a:ext uri="{FF2B5EF4-FFF2-40B4-BE49-F238E27FC236}">
                <a16:creationId xmlns:a16="http://schemas.microsoft.com/office/drawing/2014/main" id="{466385D3-D994-4701-AB86-643264C9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134" y="1346645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342" name="FIG2_MACRO_ADAPTIVE__EFFECTIVE__316__NODE_4">
            <a:extLst xmlns:a="http://schemas.openxmlformats.org/drawingml/2006/main">
              <a:ext uri="{FF2B5EF4-FFF2-40B4-BE49-F238E27FC236}">
                <a16:creationId xmlns:a16="http://schemas.microsoft.com/office/drawing/2014/main" id="{C66D304E-88C1-4C92-A81F-D00720D5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5342" y="1288732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343" name="FIG2_MACRO_ADAPTIVE__EFFECTIVE__317__NODE_5">
            <a:extLst xmlns:a="http://schemas.openxmlformats.org/drawingml/2006/main">
              <a:ext uri="{FF2B5EF4-FFF2-40B4-BE49-F238E27FC236}">
                <a16:creationId xmlns:a16="http://schemas.microsoft.com/office/drawing/2014/main" id="{04960AC5-7B47-4CB0-9801-962D698B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469707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344" name="FIG2_MACRO_ADAPTIVE__EFFECTIVE__318__NODE_6">
            <a:extLst xmlns:a="http://schemas.openxmlformats.org/drawingml/2006/main">
              <a:ext uri="{FF2B5EF4-FFF2-40B4-BE49-F238E27FC236}">
                <a16:creationId xmlns:a16="http://schemas.microsoft.com/office/drawing/2014/main" id="{CFE009E9-A880-4D99-897D-D04490D8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423" y="1538478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D8F88"/>
            </a:solidFill>
            <a:prstDash val="solid"/>
          </a:ln>
        </p:spPr>
      </p:sp>
      <p:sp>
        <p:nvSpPr>
          <p:cNvPr id="345" name="FIG2_MACRO_ADAPTIVE__319__EFFECTIVE_LABEL">
            <a:extLst xmlns:a="http://schemas.openxmlformats.org/drawingml/2006/main">
              <a:ext uri="{FF2B5EF4-FFF2-40B4-BE49-F238E27FC236}">
                <a16:creationId xmlns:a16="http://schemas.microsoft.com/office/drawing/2014/main" id="{8D096798-1FF3-4BE9-A9CF-7DD6F5C5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28825"/>
            <a:ext cx="85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 i="0">
                <a:solidFill>
                  <a:srgbClr val="2D8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i="0">
                <a:solidFill>
                  <a:srgbClr val="2D8F88"/>
                </a:solidFill>
                <a:latin typeface="Times New Roman"/>
                <a:ea typeface="Times New Roman"/>
                <a:cs typeface="Times New Roman"/>
              </a:rPr>
              <a:t>Macro Effective</a:t>
            </a:r>
          </a:p>
          <a:p xmlns:a="http://schemas.openxmlformats.org/drawingml/2006/main">
            <a:pPr algn="ctr">
              <a:defRPr sz="1100" b="0" i="0">
                <a:solidFill>
                  <a:srgbClr val="2D8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i="0">
                <a:solidFill>
                  <a:srgbClr val="2D8F88"/>
                </a:solidFill>
                <a:latin typeface="Times New Roman"/>
                <a:ea typeface="Times New Roman"/>
                <a:cs typeface="Times New Roman"/>
              </a:rPr>
              <a:t>Graph</a:t>
            </a:r>
          </a:p>
        </p:txBody>
      </p:sp>
      <p:sp>
        <p:nvSpPr>
          <p:cNvPr id="346" name="FIG2_MICRO_ADAPTIVE__EM1__320__LABEL">
            <a:extLst xmlns:a="http://schemas.openxmlformats.org/drawingml/2006/main">
              <a:ext uri="{FF2B5EF4-FFF2-40B4-BE49-F238E27FC236}">
                <a16:creationId xmlns:a16="http://schemas.microsoft.com/office/drawing/2014/main" id="{FFA195C9-D424-4CCE-971B-91153D7C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762250"/>
            <a:ext cx="25717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E186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i="0">
                <a:solidFill>
                  <a:srgbClr val="E1863F"/>
                </a:solidFill>
                <a:latin typeface="Times New Roman"/>
                <a:ea typeface="Times New Roman"/>
                <a:cs typeface="Times New Roman"/>
              </a:rPr>
              <a:t>E₁ᵘ</a:t>
            </a:r>
          </a:p>
        </p:txBody>
      </p:sp>
      <p:sp>
        <p:nvSpPr>
          <p:cNvPr id="347" name="FIG2_MICRO_ADAPTIVE__EM1__321__CELL_1">
            <a:extLst xmlns:a="http://schemas.openxmlformats.org/drawingml/2006/main">
              <a:ext uri="{FF2B5EF4-FFF2-40B4-BE49-F238E27FC236}">
                <a16:creationId xmlns:a16="http://schemas.microsoft.com/office/drawing/2014/main" id="{37C3ED40-53B8-4701-87E2-742EB7AA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71775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4"/>
          </a:solidFill>
          <a:ln xmlns:a="http://schemas.openxmlformats.org/drawingml/2006/main" w="4445">
            <a:solidFill>
              <a:srgbClr val="E1863F"/>
            </a:solidFill>
            <a:prstDash val="solid"/>
          </a:ln>
        </p:spPr>
      </p:sp>
      <p:sp>
        <p:nvSpPr>
          <p:cNvPr id="348" name="FIG2_MICRO_ADAPTIVE__EM1__322__CELL_2">
            <a:extLst xmlns:a="http://schemas.openxmlformats.org/drawingml/2006/main">
              <a:ext uri="{FF2B5EF4-FFF2-40B4-BE49-F238E27FC236}">
                <a16:creationId xmlns:a16="http://schemas.microsoft.com/office/drawing/2014/main" id="{F12BC7B4-1F1E-4CFC-8D8A-567E1F2F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270" y="2771775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DDD"/>
          </a:solidFill>
          <a:ln xmlns:a="http://schemas.openxmlformats.org/drawingml/2006/main" w="4445">
            <a:solidFill>
              <a:srgbClr val="E1863F"/>
            </a:solidFill>
            <a:prstDash val="solid"/>
          </a:ln>
        </p:spPr>
      </p:sp>
      <p:sp>
        <p:nvSpPr>
          <p:cNvPr id="349" name="FIG2_MICRO_ADAPTIVE__EM1__323__CELL_3">
            <a:extLst xmlns:a="http://schemas.openxmlformats.org/drawingml/2006/main">
              <a:ext uri="{FF2B5EF4-FFF2-40B4-BE49-F238E27FC236}">
                <a16:creationId xmlns:a16="http://schemas.microsoft.com/office/drawing/2014/main" id="{D105F458-E1A3-4638-B313-E7093C55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990" y="2771775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9BB"/>
          </a:solidFill>
          <a:ln xmlns:a="http://schemas.openxmlformats.org/drawingml/2006/main" w="4445">
            <a:solidFill>
              <a:srgbClr val="E1863F"/>
            </a:solidFill>
            <a:prstDash val="solid"/>
          </a:ln>
        </p:spPr>
      </p:sp>
      <p:sp>
        <p:nvSpPr>
          <p:cNvPr id="350" name="FIG2_MICRO_ADAPTIVE__EM1__324__CELL_4">
            <a:extLst xmlns:a="http://schemas.openxmlformats.org/drawingml/2006/main">
              <a:ext uri="{FF2B5EF4-FFF2-40B4-BE49-F238E27FC236}">
                <a16:creationId xmlns:a16="http://schemas.microsoft.com/office/drawing/2014/main" id="{3204D0D3-3D06-425C-85F4-5234FF6C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10" y="2771775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194"/>
          </a:solidFill>
          <a:ln xmlns:a="http://schemas.openxmlformats.org/drawingml/2006/main" w="4445">
            <a:solidFill>
              <a:srgbClr val="E1863F"/>
            </a:solidFill>
            <a:prstDash val="solid"/>
          </a:ln>
        </p:spPr>
      </p:sp>
      <p:sp>
        <p:nvSpPr>
          <p:cNvPr id="351" name="FIG2_MICRO_ADAPTIVE__EM1__325__CELL_5">
            <a:extLst xmlns:a="http://schemas.openxmlformats.org/drawingml/2006/main">
              <a:ext uri="{FF2B5EF4-FFF2-40B4-BE49-F238E27FC236}">
                <a16:creationId xmlns:a16="http://schemas.microsoft.com/office/drawing/2014/main" id="{2BBE85E4-1B51-43DE-B5D7-D220A661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0" y="2771775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A86D"/>
          </a:solidFill>
          <a:ln xmlns:a="http://schemas.openxmlformats.org/drawingml/2006/main" w="4445">
            <a:solidFill>
              <a:srgbClr val="E1863F"/>
            </a:solidFill>
            <a:prstDash val="solid"/>
          </a:ln>
        </p:spPr>
      </p:sp>
      <p:sp>
        <p:nvSpPr>
          <p:cNvPr id="352" name="FIG2_MICRO_ADAPTIVE__EM1__326__CELL_6">
            <a:extLst xmlns:a="http://schemas.openxmlformats.org/drawingml/2006/main">
              <a:ext uri="{FF2B5EF4-FFF2-40B4-BE49-F238E27FC236}">
                <a16:creationId xmlns:a16="http://schemas.microsoft.com/office/drawing/2014/main" id="{4D662D00-6C36-4CCC-9772-1B342585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71775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51"/>
          </a:solidFill>
          <a:ln xmlns:a="http://schemas.openxmlformats.org/drawingml/2006/main" w="4445">
            <a:solidFill>
              <a:srgbClr val="E1863F"/>
            </a:solidFill>
            <a:prstDash val="solid"/>
          </a:ln>
        </p:spPr>
      </p:sp>
      <p:sp>
        <p:nvSpPr>
          <p:cNvPr id="353" name="FIG2_MICRO_ADAPTIVE__EM1__327__CELL_7">
            <a:extLst xmlns:a="http://schemas.openxmlformats.org/drawingml/2006/main">
              <a:ext uri="{FF2B5EF4-FFF2-40B4-BE49-F238E27FC236}">
                <a16:creationId xmlns:a16="http://schemas.microsoft.com/office/drawing/2014/main" id="{E2B57907-E742-415A-8F8C-190E3F65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7870" y="2771775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63F"/>
          </a:solidFill>
          <a:ln xmlns:a="http://schemas.openxmlformats.org/drawingml/2006/main" w="4445">
            <a:solidFill>
              <a:srgbClr val="E1863F"/>
            </a:solidFill>
            <a:prstDash val="solid"/>
          </a:ln>
        </p:spPr>
      </p:sp>
      <p:sp>
        <p:nvSpPr>
          <p:cNvPr id="354" name="FIG2_MICRO_ADAPTIVE__EM2__328__LABEL">
            <a:extLst xmlns:a="http://schemas.openxmlformats.org/drawingml/2006/main">
              <a:ext uri="{FF2B5EF4-FFF2-40B4-BE49-F238E27FC236}">
                <a16:creationId xmlns:a16="http://schemas.microsoft.com/office/drawing/2014/main" id="{C15F538D-1FA9-4733-B8EE-83C4505C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895600"/>
            <a:ext cx="25717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 i="0">
                <a:solidFill>
                  <a:srgbClr val="E186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i="0">
                <a:solidFill>
                  <a:srgbClr val="E1863F"/>
                </a:solidFill>
                <a:latin typeface="Times New Roman"/>
                <a:ea typeface="Times New Roman"/>
                <a:cs typeface="Times New Roman"/>
              </a:rPr>
              <a:t>E₂ᵘ</a:t>
            </a:r>
          </a:p>
        </p:txBody>
      </p:sp>
      <p:sp>
        <p:nvSpPr>
          <p:cNvPr id="355" name="FIG2_MICRO_ADAPTIVE__EM2__329__CELL_1">
            <a:extLst xmlns:a="http://schemas.openxmlformats.org/drawingml/2006/main">
              <a:ext uri="{FF2B5EF4-FFF2-40B4-BE49-F238E27FC236}">
                <a16:creationId xmlns:a16="http://schemas.microsoft.com/office/drawing/2014/main" id="{A92BABA0-BC20-4B28-8BBD-1431598F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905125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4"/>
          </a:solidFill>
          <a:ln xmlns:a="http://schemas.openxmlformats.org/drawingml/2006/main" w="4445">
            <a:solidFill>
              <a:srgbClr val="E1863F"/>
            </a:solidFill>
            <a:prstDash val="solid"/>
          </a:ln>
        </p:spPr>
      </p:sp>
      <p:sp>
        <p:nvSpPr>
          <p:cNvPr id="356" name="FIG2_MICRO_ADAPTIVE__EM2__330__CELL_2">
            <a:extLst xmlns:a="http://schemas.openxmlformats.org/drawingml/2006/main">
              <a:ext uri="{FF2B5EF4-FFF2-40B4-BE49-F238E27FC236}">
                <a16:creationId xmlns:a16="http://schemas.microsoft.com/office/drawing/2014/main" id="{3E4171B6-AA48-446F-9671-FD4B8EA7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270" y="2905125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DDD"/>
          </a:solidFill>
          <a:ln xmlns:a="http://schemas.openxmlformats.org/drawingml/2006/main" w="4445">
            <a:solidFill>
              <a:srgbClr val="E1863F"/>
            </a:solidFill>
            <a:prstDash val="solid"/>
          </a:ln>
        </p:spPr>
      </p:sp>
      <p:sp>
        <p:nvSpPr>
          <p:cNvPr id="357" name="FIG2_MICRO_ADAPTIVE__EM2__331__CELL_3">
            <a:extLst xmlns:a="http://schemas.openxmlformats.org/drawingml/2006/main">
              <a:ext uri="{FF2B5EF4-FFF2-40B4-BE49-F238E27FC236}">
                <a16:creationId xmlns:a16="http://schemas.microsoft.com/office/drawing/2014/main" id="{28F01911-2407-4307-A916-FE81EBC0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990" y="2905125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9BB"/>
          </a:solidFill>
          <a:ln xmlns:a="http://schemas.openxmlformats.org/drawingml/2006/main" w="4445">
            <a:solidFill>
              <a:srgbClr val="E1863F"/>
            </a:solidFill>
            <a:prstDash val="solid"/>
          </a:ln>
        </p:spPr>
      </p:sp>
      <p:sp>
        <p:nvSpPr>
          <p:cNvPr id="358" name="FIG2_MICRO_ADAPTIVE__EM2__332__CELL_4">
            <a:extLst xmlns:a="http://schemas.openxmlformats.org/drawingml/2006/main">
              <a:ext uri="{FF2B5EF4-FFF2-40B4-BE49-F238E27FC236}">
                <a16:creationId xmlns:a16="http://schemas.microsoft.com/office/drawing/2014/main" id="{68D20AD0-6FAF-4ABF-B7A2-62E11AD0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10" y="2905125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194"/>
          </a:solidFill>
          <a:ln xmlns:a="http://schemas.openxmlformats.org/drawingml/2006/main" w="4445">
            <a:solidFill>
              <a:srgbClr val="E1863F"/>
            </a:solidFill>
            <a:prstDash val="solid"/>
          </a:ln>
        </p:spPr>
      </p:sp>
      <p:sp>
        <p:nvSpPr>
          <p:cNvPr id="359" name="FIG2_MICRO_ADAPTIVE__EM2__333__CELL_5">
            <a:extLst xmlns:a="http://schemas.openxmlformats.org/drawingml/2006/main">
              <a:ext uri="{FF2B5EF4-FFF2-40B4-BE49-F238E27FC236}">
                <a16:creationId xmlns:a16="http://schemas.microsoft.com/office/drawing/2014/main" id="{1CD753D4-213D-43F3-96A8-BF92BEA6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0" y="2905125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A86D"/>
          </a:solidFill>
          <a:ln xmlns:a="http://schemas.openxmlformats.org/drawingml/2006/main" w="4445">
            <a:solidFill>
              <a:srgbClr val="E1863F"/>
            </a:solidFill>
            <a:prstDash val="solid"/>
          </a:ln>
        </p:spPr>
      </p:sp>
      <p:sp>
        <p:nvSpPr>
          <p:cNvPr id="360" name="FIG2_MICRO_ADAPTIVE__EM2__334__CELL_6">
            <a:extLst xmlns:a="http://schemas.openxmlformats.org/drawingml/2006/main">
              <a:ext uri="{FF2B5EF4-FFF2-40B4-BE49-F238E27FC236}">
                <a16:creationId xmlns:a16="http://schemas.microsoft.com/office/drawing/2014/main" id="{49CA96BA-EFA1-459D-A0EF-848DF358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05125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51"/>
          </a:solidFill>
          <a:ln xmlns:a="http://schemas.openxmlformats.org/drawingml/2006/main" w="4445">
            <a:solidFill>
              <a:srgbClr val="E1863F"/>
            </a:solidFill>
            <a:prstDash val="solid"/>
          </a:ln>
        </p:spPr>
      </p:sp>
      <p:sp>
        <p:nvSpPr>
          <p:cNvPr id="361" name="FIG2_MICRO_ADAPTIVE__EM2__335__CELL_7">
            <a:extLst xmlns:a="http://schemas.openxmlformats.org/drawingml/2006/main">
              <a:ext uri="{FF2B5EF4-FFF2-40B4-BE49-F238E27FC236}">
                <a16:creationId xmlns:a16="http://schemas.microsoft.com/office/drawing/2014/main" id="{7B18BA06-D10B-4D38-9EF0-09F1071D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7870" y="2905125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63F"/>
          </a:solidFill>
          <a:ln xmlns:a="http://schemas.openxmlformats.org/drawingml/2006/main" w="4445">
            <a:solidFill>
              <a:srgbClr val="E1863F"/>
            </a:solidFill>
            <a:prstDash val="solid"/>
          </a:ln>
        </p:spPr>
      </p:sp>
      <p:sp>
        <p:nvSpPr>
          <p:cNvPr id="362" name="FIG2_MICRO_ADAPTIVE__336__EMBED_TO_SCORE__SHAFT">
            <a:extLst xmlns:a="http://schemas.openxmlformats.org/drawingml/2006/main">
              <a:ext uri="{FF2B5EF4-FFF2-40B4-BE49-F238E27FC236}">
                <a16:creationId xmlns:a16="http://schemas.microsoft.com/office/drawing/2014/main" id="{7C9A1E0C-60F6-4149-8C53-4CD34AF1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886450" y="2876550"/>
            <a:ext cx="190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B5AA6"/>
            </a:solidFill>
            <a:prstDash val="solid"/>
          </a:ln>
        </p:spPr>
      </p:sp>
      <p:sp>
        <p:nvSpPr>
          <p:cNvPr id="363" name="FIG2_MICRO_ADAPTIVE__336__EMBED_TO_SCORE__HEAD">
            <a:extLst xmlns:a="http://schemas.openxmlformats.org/drawingml/2006/main">
              <a:ext uri="{FF2B5EF4-FFF2-40B4-BE49-F238E27FC236}">
                <a16:creationId xmlns:a16="http://schemas.microsoft.com/office/drawing/2014/main" id="{8B022511-6B9B-4886-A2C6-59233978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47975"/>
            <a:ext cx="762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B5A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FIG2_MICRO_ADAPTIVE__SCORES__337__EDGE_1">
            <a:extLst xmlns:a="http://schemas.openxmlformats.org/drawingml/2006/main">
              <a:ext uri="{FF2B5EF4-FFF2-40B4-BE49-F238E27FC236}">
                <a16:creationId xmlns:a16="http://schemas.microsoft.com/office/drawing/2014/main" id="{A8C5E623-48B0-4DA0-8D39-F87AE22D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01131" y="2749677"/>
            <a:ext cx="65151" cy="1474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365" name="FIG2_MICRO_ADAPTIVE__SCORES__338__EDGE_2">
            <a:extLst xmlns:a="http://schemas.openxmlformats.org/drawingml/2006/main">
              <a:ext uri="{FF2B5EF4-FFF2-40B4-BE49-F238E27FC236}">
                <a16:creationId xmlns:a16="http://schemas.microsoft.com/office/drawing/2014/main" id="{564E1191-BA45-4419-943F-EC570C88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01131" y="2811399"/>
            <a:ext cx="14840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E1863F"/>
            </a:solidFill>
            <a:prstDash val="solid"/>
          </a:ln>
        </p:spPr>
      </p:sp>
      <p:sp>
        <p:nvSpPr>
          <p:cNvPr id="366" name="FIG2_MICRO_ADAPTIVE__SCORES__339__EDGE_3">
            <a:extLst xmlns:a="http://schemas.openxmlformats.org/drawingml/2006/main">
              <a:ext uri="{FF2B5EF4-FFF2-40B4-BE49-F238E27FC236}">
                <a16:creationId xmlns:a16="http://schemas.microsoft.com/office/drawing/2014/main" id="{81CB5F77-B4E5-4C62-811F-65C34BB0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66282" y="2749677"/>
            <a:ext cx="83249" cy="617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E1863F"/>
            </a:solidFill>
            <a:prstDash val="solid"/>
          </a:ln>
        </p:spPr>
      </p:sp>
      <p:sp>
        <p:nvSpPr>
          <p:cNvPr id="367" name="FIG2_MICRO_ADAPTIVE__SCORES__340__EDGE_4">
            <a:extLst xmlns:a="http://schemas.openxmlformats.org/drawingml/2006/main">
              <a:ext uri="{FF2B5EF4-FFF2-40B4-BE49-F238E27FC236}">
                <a16:creationId xmlns:a16="http://schemas.microsoft.com/office/drawing/2014/main" id="{F6DF2BD6-4DA8-4238-9E65-35149EA2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149531" y="2811399"/>
            <a:ext cx="148400" cy="1165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E1863F"/>
            </a:solidFill>
            <a:prstDash val="solid"/>
          </a:ln>
        </p:spPr>
      </p:sp>
      <p:sp>
        <p:nvSpPr>
          <p:cNvPr id="368" name="FIG2_MICRO_ADAPTIVE__SCORES__341__EDGE_5">
            <a:extLst xmlns:a="http://schemas.openxmlformats.org/drawingml/2006/main">
              <a:ext uri="{FF2B5EF4-FFF2-40B4-BE49-F238E27FC236}">
                <a16:creationId xmlns:a16="http://schemas.microsoft.com/office/drawing/2014/main" id="{3AF60F81-BF3D-4C66-A9B6-1FC40C16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149531" y="2811399"/>
            <a:ext cx="21717" cy="181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1863F"/>
            </a:solidFill>
            <a:prstDash val="solid"/>
          </a:ln>
        </p:spPr>
      </p:sp>
      <p:sp>
        <p:nvSpPr>
          <p:cNvPr id="369" name="FIG2_MICRO_ADAPTIVE__SCORES__342__EDGE_6">
            <a:extLst xmlns:a="http://schemas.openxmlformats.org/drawingml/2006/main">
              <a:ext uri="{FF2B5EF4-FFF2-40B4-BE49-F238E27FC236}">
                <a16:creationId xmlns:a16="http://schemas.microsoft.com/office/drawing/2014/main" id="{AFBAD140-256F-4782-997A-00E3D900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5355" y="2756535"/>
            <a:ext cx="32576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1863F"/>
            </a:solidFill>
            <a:prstDash val="solid"/>
          </a:ln>
        </p:spPr>
      </p:sp>
      <p:sp>
        <p:nvSpPr>
          <p:cNvPr id="370" name="FIG2_MICRO_ADAPTIVE__SCORES__343__EDGE_7">
            <a:extLst xmlns:a="http://schemas.openxmlformats.org/drawingml/2006/main">
              <a:ext uri="{FF2B5EF4-FFF2-40B4-BE49-F238E27FC236}">
                <a16:creationId xmlns:a16="http://schemas.microsoft.com/office/drawing/2014/main" id="{08FB60BC-280C-4272-84A6-C61F81B4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171248" y="2927985"/>
            <a:ext cx="126683" cy="651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E1863F"/>
            </a:solidFill>
            <a:prstDash val="solid"/>
          </a:ln>
        </p:spPr>
      </p:sp>
      <p:sp>
        <p:nvSpPr>
          <p:cNvPr id="371" name="FIG2_MICRO_ADAPTIVE__SCORES__344__EDGE_8">
            <a:extLst xmlns:a="http://schemas.openxmlformats.org/drawingml/2006/main">
              <a:ext uri="{FF2B5EF4-FFF2-40B4-BE49-F238E27FC236}">
                <a16:creationId xmlns:a16="http://schemas.microsoft.com/office/drawing/2014/main" id="{89A265E3-7F0E-4E57-AB55-6143CA0B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01131" y="2897124"/>
            <a:ext cx="296799" cy="308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0C6"/>
            </a:solidFill>
            <a:prstDash val="dash"/>
          </a:ln>
        </p:spPr>
      </p:sp>
      <p:sp>
        <p:nvSpPr>
          <p:cNvPr id="372" name="FIG2_MICRO_ADAPTIVE__SCORES__345__EDGE_9">
            <a:extLst xmlns:a="http://schemas.openxmlformats.org/drawingml/2006/main">
              <a:ext uri="{FF2B5EF4-FFF2-40B4-BE49-F238E27FC236}">
                <a16:creationId xmlns:a16="http://schemas.microsoft.com/office/drawing/2014/main" id="{ADD91066-CD71-4CF0-8EB6-F87654DA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66282" y="2749677"/>
            <a:ext cx="104965" cy="2434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0C6"/>
            </a:solidFill>
            <a:prstDash val="dash"/>
          </a:ln>
        </p:spPr>
      </p:sp>
      <p:sp>
        <p:nvSpPr>
          <p:cNvPr id="373" name="FIG2_MICRO_ADAPTIVE__SCORES__346__NODE_1">
            <a:extLst xmlns:a="http://schemas.openxmlformats.org/drawingml/2006/main">
              <a:ext uri="{FF2B5EF4-FFF2-40B4-BE49-F238E27FC236}">
                <a16:creationId xmlns:a16="http://schemas.microsoft.com/office/drawing/2014/main" id="{016288EF-843A-4958-9456-934C4219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8746" y="2864739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374" name="FIG2_MICRO_ADAPTIVE__SCORES__347__NODE_2">
            <a:extLst xmlns:a="http://schemas.openxmlformats.org/drawingml/2006/main">
              <a:ext uri="{FF2B5EF4-FFF2-40B4-BE49-F238E27FC236}">
                <a16:creationId xmlns:a16="http://schemas.microsoft.com/office/drawing/2014/main" id="{D5514304-12B8-4E8F-BA86-2CEF2267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897" y="2717292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375" name="FIG2_MICRO_ADAPTIVE__SCORES__348__NODE_3">
            <a:extLst xmlns:a="http://schemas.openxmlformats.org/drawingml/2006/main">
              <a:ext uri="{FF2B5EF4-FFF2-40B4-BE49-F238E27FC236}">
                <a16:creationId xmlns:a16="http://schemas.microsoft.com/office/drawing/2014/main" id="{52B328A3-D24D-436A-9569-4A550B4C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146" y="2779014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376" name="FIG2_MICRO_ADAPTIVE__SCORES__349__NODE_4">
            <a:extLst xmlns:a="http://schemas.openxmlformats.org/drawingml/2006/main">
              <a:ext uri="{FF2B5EF4-FFF2-40B4-BE49-F238E27FC236}">
                <a16:creationId xmlns:a16="http://schemas.microsoft.com/office/drawing/2014/main" id="{C8A64871-4B15-4B8C-A65F-235FA197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2970" y="2724150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377" name="FIG2_MICRO_ADAPTIVE__SCORES__350__NODE_5">
            <a:extLst xmlns:a="http://schemas.openxmlformats.org/drawingml/2006/main">
              <a:ext uri="{FF2B5EF4-FFF2-40B4-BE49-F238E27FC236}">
                <a16:creationId xmlns:a16="http://schemas.microsoft.com/office/drawing/2014/main" id="{99A46DB9-2AFA-4967-92EE-B66649AD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545" y="2895600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378" name="FIG2_MICRO_ADAPTIVE__SCORES__351__NODE_6">
            <a:extLst xmlns:a="http://schemas.openxmlformats.org/drawingml/2006/main">
              <a:ext uri="{FF2B5EF4-FFF2-40B4-BE49-F238E27FC236}">
                <a16:creationId xmlns:a16="http://schemas.microsoft.com/office/drawing/2014/main" id="{92B93BB4-9544-401E-80D0-6995A794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863" y="2960751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379" name="FIG2_MICRO_ADAPTIVE__352__SCORE_LABEL">
            <a:extLst xmlns:a="http://schemas.openxmlformats.org/drawingml/2006/main">
              <a:ext uri="{FF2B5EF4-FFF2-40B4-BE49-F238E27FC236}">
                <a16:creationId xmlns:a16="http://schemas.microsoft.com/office/drawing/2014/main" id="{404C735C-4451-46FE-944E-2AE7B10B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67050"/>
            <a:ext cx="85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rPr>
              <a:t>Adaptive Edge</a:t>
            </a:r>
          </a:p>
          <a:p xmlns:a="http://schemas.openxmlformats.org/drawingml/2006/main">
            <a:pPr algn="ctr">
              <a:defRPr sz="105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rPr>
              <a:t>Importance</a:t>
            </a:r>
          </a:p>
        </p:txBody>
      </p:sp>
      <p:sp>
        <p:nvSpPr>
          <p:cNvPr id="380" name="FIG2_MICRO_ADAPTIVE">
            <a:extLst xmlns:a="http://schemas.openxmlformats.org/drawingml/2006/main">
              <a:ext uri="{FF2B5EF4-FFF2-40B4-BE49-F238E27FC236}">
                <a16:creationId xmlns:a16="http://schemas.microsoft.com/office/drawing/2014/main" id="{39365C5B-D9CD-46F6-9AED-907642BC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717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7B5AA6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7B5A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 i="0">
                <a:solidFill>
                  <a:srgbClr val="7B5AA6"/>
                </a:solidFill>
                <a:latin typeface="Times New Roman"/>
                <a:ea typeface="Times New Roman"/>
                <a:cs typeface="Times New Roman"/>
              </a:rPr>
              <a:t>⊙</a:t>
            </a:r>
          </a:p>
        </p:txBody>
      </p:sp>
      <p:sp>
        <p:nvSpPr>
          <p:cNvPr id="381" name="FIG2_MICRO_ADAPTIVE__353__PRIOR_CURVE_1">
            <a:extLst xmlns:a="http://schemas.openxmlformats.org/drawingml/2006/main">
              <a:ext uri="{FF2B5EF4-FFF2-40B4-BE49-F238E27FC236}">
                <a16:creationId xmlns:a16="http://schemas.microsoft.com/office/drawing/2014/main" id="{8AE1545C-722D-4955-8CE2-CD88821C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19700" y="2857500"/>
            <a:ext cx="381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1863F"/>
            </a:solidFill>
            <a:prstDash val="solid"/>
          </a:ln>
        </p:spPr>
      </p:sp>
      <p:sp>
        <p:nvSpPr>
          <p:cNvPr id="382" name="FIG2_MICRO_ADAPTIVE__354__PRIOR_CURVE_2">
            <a:extLst xmlns:a="http://schemas.openxmlformats.org/drawingml/2006/main">
              <a:ext uri="{FF2B5EF4-FFF2-40B4-BE49-F238E27FC236}">
                <a16:creationId xmlns:a16="http://schemas.microsoft.com/office/drawing/2014/main" id="{BD52C67B-BFF5-4192-A4FD-EC149AE6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19700" y="2638425"/>
            <a:ext cx="95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1863F"/>
            </a:solidFill>
            <a:prstDash val="solid"/>
          </a:ln>
        </p:spPr>
      </p:sp>
      <p:sp>
        <p:nvSpPr>
          <p:cNvPr id="383" name="FIG2_MICRO_ADAPTIVE__355__PRIOR_CURVE_3">
            <a:extLst xmlns:a="http://schemas.openxmlformats.org/drawingml/2006/main">
              <a:ext uri="{FF2B5EF4-FFF2-40B4-BE49-F238E27FC236}">
                <a16:creationId xmlns:a16="http://schemas.microsoft.com/office/drawing/2014/main" id="{5006295E-A5AA-42AC-965F-54C11F9E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19700" y="2638425"/>
            <a:ext cx="121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1863F"/>
            </a:solidFill>
            <a:prstDash val="solid"/>
          </a:ln>
        </p:spPr>
      </p:sp>
      <p:sp>
        <p:nvSpPr>
          <p:cNvPr id="384" name="FIG2_MICRO_ADAPTIVE__356__PRIOR_TO_OPERATOR">
            <a:extLst xmlns:a="http://schemas.openxmlformats.org/drawingml/2006/main">
              <a:ext uri="{FF2B5EF4-FFF2-40B4-BE49-F238E27FC236}">
                <a16:creationId xmlns:a16="http://schemas.microsoft.com/office/drawing/2014/main" id="{56626DB0-B5FD-4D3B-B9D4-C1AFEAB0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38900" y="2638425"/>
            <a:ext cx="10477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1863F"/>
            </a:solidFill>
            <a:prstDash val="solid"/>
          </a:ln>
        </p:spPr>
      </p:sp>
      <p:sp>
        <p:nvSpPr>
          <p:cNvPr id="385" name="FIG2_MICRO_ADAPTIVE__357__SCORE_TO_OPERATOR__SHAFT">
            <a:extLst xmlns:a="http://schemas.openxmlformats.org/drawingml/2006/main">
              <a:ext uri="{FF2B5EF4-FFF2-40B4-BE49-F238E27FC236}">
                <a16:creationId xmlns:a16="http://schemas.microsoft.com/office/drawing/2014/main" id="{4F71A31B-B365-402E-90C2-DE6DC995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343650" y="2876550"/>
            <a:ext cx="190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B5AA6"/>
            </a:solidFill>
            <a:prstDash val="solid"/>
          </a:ln>
        </p:spPr>
      </p:sp>
      <p:sp>
        <p:nvSpPr>
          <p:cNvPr id="386" name="FIG2_MICRO_ADAPTIVE__357__SCORE_TO_OPERATOR__HEAD">
            <a:extLst xmlns:a="http://schemas.openxmlformats.org/drawingml/2006/main">
              <a:ext uri="{FF2B5EF4-FFF2-40B4-BE49-F238E27FC236}">
                <a16:creationId xmlns:a16="http://schemas.microsoft.com/office/drawing/2014/main" id="{5C40A9F8-0E4F-4B5B-A61F-B1A52177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47975"/>
            <a:ext cx="85725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B5A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" name="FIG2_MICRO_ADAPTIVE__358__OP_LABEL">
            <a:extLst xmlns:a="http://schemas.openxmlformats.org/drawingml/2006/main">
              <a:ext uri="{FF2B5EF4-FFF2-40B4-BE49-F238E27FC236}">
                <a16:creationId xmlns:a16="http://schemas.microsoft.com/office/drawing/2014/main" id="{5AFD537E-8E6A-4311-A6E4-8FD907C7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19475"/>
            <a:ext cx="876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7B5A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7B5AA6"/>
                </a:solidFill>
                <a:latin typeface="Times New Roman"/>
                <a:ea typeface="Times New Roman"/>
                <a:cs typeface="Times New Roman"/>
              </a:rPr>
              <a:t>Constrained</a:t>
            </a:r>
          </a:p>
          <a:p xmlns:a="http://schemas.openxmlformats.org/drawingml/2006/main">
            <a:pPr algn="ctr">
              <a:defRPr sz="1050" b="0" i="0">
                <a:solidFill>
                  <a:srgbClr val="7B5A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7B5AA6"/>
                </a:solidFill>
                <a:latin typeface="Times New Roman"/>
                <a:ea typeface="Times New Roman"/>
                <a:cs typeface="Times New Roman"/>
              </a:rPr>
              <a:t>Re-weighting</a:t>
            </a:r>
          </a:p>
        </p:txBody>
      </p:sp>
      <p:sp>
        <p:nvSpPr>
          <p:cNvPr id="388" name="FIG2_MICRO_ADAPTIVE__359__OP_TO_SUPPORTED__SHAFT">
            <a:extLst xmlns:a="http://schemas.openxmlformats.org/drawingml/2006/main">
              <a:ext uri="{FF2B5EF4-FFF2-40B4-BE49-F238E27FC236}">
                <a16:creationId xmlns:a16="http://schemas.microsoft.com/office/drawing/2014/main" id="{84057A8F-CC45-429A-BF7E-9E50C9D2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57975" y="2876550"/>
            <a:ext cx="190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B5AA6"/>
            </a:solidFill>
            <a:prstDash val="solid"/>
          </a:ln>
        </p:spPr>
      </p:sp>
      <p:sp>
        <p:nvSpPr>
          <p:cNvPr id="389" name="FIG2_MICRO_ADAPTIVE__359__OP_TO_SUPPORTED__HEAD">
            <a:extLst xmlns:a="http://schemas.openxmlformats.org/drawingml/2006/main">
              <a:ext uri="{FF2B5EF4-FFF2-40B4-BE49-F238E27FC236}">
                <a16:creationId xmlns:a16="http://schemas.microsoft.com/office/drawing/2014/main" id="{26301B7A-3247-4FBF-96C0-FC54DEA6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47975"/>
            <a:ext cx="66675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B5A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" name="FIG2_MICRO_ADAPTIVE__SUPPORTED__360__EDGE_1">
            <a:extLst xmlns:a="http://schemas.openxmlformats.org/drawingml/2006/main">
              <a:ext uri="{FF2B5EF4-FFF2-40B4-BE49-F238E27FC236}">
                <a16:creationId xmlns:a16="http://schemas.microsoft.com/office/drawing/2014/main" id="{B144E6A9-AD04-47F3-956D-194C3503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3131" y="2749677"/>
            <a:ext cx="65151" cy="1474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863F"/>
            </a:solidFill>
            <a:prstDash val="solid"/>
          </a:ln>
        </p:spPr>
      </p:sp>
      <p:sp>
        <p:nvSpPr>
          <p:cNvPr id="391" name="FIG2_MICRO_ADAPTIVE__SUPPORTED__361__EDGE_2">
            <a:extLst xmlns:a="http://schemas.openxmlformats.org/drawingml/2006/main">
              <a:ext uri="{FF2B5EF4-FFF2-40B4-BE49-F238E27FC236}">
                <a16:creationId xmlns:a16="http://schemas.microsoft.com/office/drawing/2014/main" id="{9FF55EC6-DFFF-48C4-BE5A-B1CE1F2D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3131" y="2811399"/>
            <a:ext cx="14840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130">
            <a:solidFill>
              <a:srgbClr val="E1863F"/>
            </a:solidFill>
            <a:prstDash val="solid"/>
          </a:ln>
        </p:spPr>
      </p:sp>
      <p:sp>
        <p:nvSpPr>
          <p:cNvPr id="392" name="FIG2_MICRO_ADAPTIVE__SUPPORTED__362__EDGE_3">
            <a:extLst xmlns:a="http://schemas.openxmlformats.org/drawingml/2006/main">
              <a:ext uri="{FF2B5EF4-FFF2-40B4-BE49-F238E27FC236}">
                <a16:creationId xmlns:a16="http://schemas.microsoft.com/office/drawing/2014/main" id="{C87C9C7E-D1A5-484C-A911-C47D0B78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28282" y="2749677"/>
            <a:ext cx="83249" cy="617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E1863F"/>
            </a:solidFill>
            <a:prstDash val="solid"/>
          </a:ln>
        </p:spPr>
      </p:sp>
      <p:sp>
        <p:nvSpPr>
          <p:cNvPr id="393" name="FIG2_MICRO_ADAPTIVE__SUPPORTED__363__EDGE_4">
            <a:extLst xmlns:a="http://schemas.openxmlformats.org/drawingml/2006/main">
              <a:ext uri="{FF2B5EF4-FFF2-40B4-BE49-F238E27FC236}">
                <a16:creationId xmlns:a16="http://schemas.microsoft.com/office/drawing/2014/main" id="{C2F6328F-D888-4E6B-9C17-762DA425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11531" y="2811399"/>
            <a:ext cx="148400" cy="1165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1863F"/>
            </a:solidFill>
            <a:prstDash val="solid"/>
          </a:ln>
        </p:spPr>
      </p:sp>
      <p:sp>
        <p:nvSpPr>
          <p:cNvPr id="394" name="FIG2_MICRO_ADAPTIVE__SUPPORTED__364__EDGE_5">
            <a:extLst xmlns:a="http://schemas.openxmlformats.org/drawingml/2006/main">
              <a:ext uri="{FF2B5EF4-FFF2-40B4-BE49-F238E27FC236}">
                <a16:creationId xmlns:a16="http://schemas.microsoft.com/office/drawing/2014/main" id="{2FD136F5-C751-4DF4-BCC3-07CC0F15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11531" y="2811399"/>
            <a:ext cx="21717" cy="181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E1863F"/>
            </a:solidFill>
            <a:prstDash val="solid"/>
          </a:ln>
        </p:spPr>
      </p:sp>
      <p:sp>
        <p:nvSpPr>
          <p:cNvPr id="395" name="FIG2_MICRO_ADAPTIVE__SUPPORTED__365__EDGE_6">
            <a:extLst xmlns:a="http://schemas.openxmlformats.org/drawingml/2006/main">
              <a:ext uri="{FF2B5EF4-FFF2-40B4-BE49-F238E27FC236}">
                <a16:creationId xmlns:a16="http://schemas.microsoft.com/office/drawing/2014/main" id="{B27F18CB-D07D-4425-B0F3-0A020438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27355" y="2756535"/>
            <a:ext cx="32576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1863F"/>
            </a:solidFill>
            <a:prstDash val="solid"/>
          </a:ln>
        </p:spPr>
      </p:sp>
      <p:sp>
        <p:nvSpPr>
          <p:cNvPr id="396" name="FIG2_MICRO_ADAPTIVE__SUPPORTED__366__EDGE_7">
            <a:extLst xmlns:a="http://schemas.openxmlformats.org/drawingml/2006/main">
              <a:ext uri="{FF2B5EF4-FFF2-40B4-BE49-F238E27FC236}">
                <a16:creationId xmlns:a16="http://schemas.microsoft.com/office/drawing/2014/main" id="{95A4D2F6-F3AD-4287-BCEB-DD08AF76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933248" y="2927985"/>
            <a:ext cx="126683" cy="651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E1863F"/>
            </a:solidFill>
            <a:prstDash val="solid"/>
          </a:ln>
        </p:spPr>
      </p:sp>
      <p:sp>
        <p:nvSpPr>
          <p:cNvPr id="397" name="FIG2_MICRO_ADAPTIVE__SUPPORTED__367__NODE_1">
            <a:extLst xmlns:a="http://schemas.openxmlformats.org/drawingml/2006/main">
              <a:ext uri="{FF2B5EF4-FFF2-40B4-BE49-F238E27FC236}">
                <a16:creationId xmlns:a16="http://schemas.microsoft.com/office/drawing/2014/main" id="{8D81465D-6E1F-482B-9AB0-EDF5FA6B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0746" y="2864739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398" name="FIG2_MICRO_ADAPTIVE__SUPPORTED__368__NODE_2">
            <a:extLst xmlns:a="http://schemas.openxmlformats.org/drawingml/2006/main">
              <a:ext uri="{FF2B5EF4-FFF2-40B4-BE49-F238E27FC236}">
                <a16:creationId xmlns:a16="http://schemas.microsoft.com/office/drawing/2014/main" id="{00B25387-F506-4D89-AAB6-157ABE78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897" y="2717292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399" name="FIG2_MICRO_ADAPTIVE__SUPPORTED__369__NODE_3">
            <a:extLst xmlns:a="http://schemas.openxmlformats.org/drawingml/2006/main">
              <a:ext uri="{FF2B5EF4-FFF2-40B4-BE49-F238E27FC236}">
                <a16:creationId xmlns:a16="http://schemas.microsoft.com/office/drawing/2014/main" id="{2ABE33EF-E351-4FE9-BDA2-8135894F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9146" y="2779014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400" name="FIG2_MICRO_ADAPTIVE__SUPPORTED__370__NODE_4">
            <a:extLst xmlns:a="http://schemas.openxmlformats.org/drawingml/2006/main">
              <a:ext uri="{FF2B5EF4-FFF2-40B4-BE49-F238E27FC236}">
                <a16:creationId xmlns:a16="http://schemas.microsoft.com/office/drawing/2014/main" id="{2485B03F-6FB1-4E84-B596-9FC585CE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4970" y="2724150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401" name="FIG2_MICRO_ADAPTIVE__SUPPORTED__371__NODE_5">
            <a:extLst xmlns:a="http://schemas.openxmlformats.org/drawingml/2006/main">
              <a:ext uri="{FF2B5EF4-FFF2-40B4-BE49-F238E27FC236}">
                <a16:creationId xmlns:a16="http://schemas.microsoft.com/office/drawing/2014/main" id="{11C381EF-8541-4E24-9A49-524C0148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7545" y="2895600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402" name="FIG2_MICRO_ADAPTIVE__SUPPORTED__372__NODE_6">
            <a:extLst xmlns:a="http://schemas.openxmlformats.org/drawingml/2006/main">
              <a:ext uri="{FF2B5EF4-FFF2-40B4-BE49-F238E27FC236}">
                <a16:creationId xmlns:a16="http://schemas.microsoft.com/office/drawing/2014/main" id="{521261F6-E519-4C48-B9E8-B5C4201E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2960751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403" name="FIG2_MICRO_ADAPTIVE__373__SUPPORTED_LABEL">
            <a:extLst xmlns:a="http://schemas.openxmlformats.org/drawingml/2006/main">
              <a:ext uri="{FF2B5EF4-FFF2-40B4-BE49-F238E27FC236}">
                <a16:creationId xmlns:a16="http://schemas.microsoft.com/office/drawing/2014/main" id="{2576EA01-5E5F-4967-94ED-A01087AB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67050"/>
            <a:ext cx="876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rPr>
              <a:t>Supported Weighted</a:t>
            </a:r>
          </a:p>
          <a:p xmlns:a="http://schemas.openxmlformats.org/drawingml/2006/main">
            <a:pPr algn="ctr">
              <a:defRPr sz="105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rPr>
              <a:t>Graph</a:t>
            </a:r>
          </a:p>
        </p:txBody>
      </p:sp>
      <p:sp>
        <p:nvSpPr>
          <p:cNvPr id="404" name="FIG2_MICRO_ADAPTIVE__374__REMOVED_X">
            <a:extLst xmlns:a="http://schemas.openxmlformats.org/drawingml/2006/main">
              <a:ext uri="{FF2B5EF4-FFF2-40B4-BE49-F238E27FC236}">
                <a16:creationId xmlns:a16="http://schemas.microsoft.com/office/drawing/2014/main" id="{B9B4F3C9-BD6A-480D-9272-B84D85EF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6860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0" i="0">
                <a:solidFill>
                  <a:srgbClr val="A85F5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i="0">
                <a:solidFill>
                  <a:srgbClr val="A85F56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405" name="FIG2_MICRO_ADAPTIVE__375__NORMALIZE__SHAFT">
            <a:extLst xmlns:a="http://schemas.openxmlformats.org/drawingml/2006/main">
              <a:ext uri="{FF2B5EF4-FFF2-40B4-BE49-F238E27FC236}">
                <a16:creationId xmlns:a16="http://schemas.microsoft.com/office/drawing/2014/main" id="{11B64098-2C7E-488C-A217-7ED8BDF2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115175" y="2876550"/>
            <a:ext cx="1428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B5AA6"/>
            </a:solidFill>
            <a:prstDash val="solid"/>
          </a:ln>
        </p:spPr>
      </p:sp>
      <p:sp>
        <p:nvSpPr>
          <p:cNvPr id="406" name="FIG2_MICRO_ADAPTIVE__375__NORMALIZE__HEAD">
            <a:extLst xmlns:a="http://schemas.openxmlformats.org/drawingml/2006/main">
              <a:ext uri="{FF2B5EF4-FFF2-40B4-BE49-F238E27FC236}">
                <a16:creationId xmlns:a16="http://schemas.microsoft.com/office/drawing/2014/main" id="{AA27F94D-7FA9-48FC-9C10-1D92F9C3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47975"/>
            <a:ext cx="85725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B5A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FIG2_MICRO_ADAPTIVE__376__NORMALIZE_LABEL">
            <a:extLst xmlns:a="http://schemas.openxmlformats.org/drawingml/2006/main">
              <a:ext uri="{FF2B5EF4-FFF2-40B4-BE49-F238E27FC236}">
                <a16:creationId xmlns:a16="http://schemas.microsoft.com/office/drawing/2014/main" id="{FB908AD1-C2BF-4628-94DD-73DC27A0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622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i="0">
                <a:solidFill>
                  <a:srgbClr val="5D6B75"/>
                </a:solidFill>
                <a:latin typeface="Times New Roman"/>
                <a:ea typeface="Times New Roman"/>
                <a:cs typeface="Times New Roman"/>
              </a:rPr>
              <a:t>Row normalization</a:t>
            </a:r>
          </a:p>
        </p:txBody>
      </p:sp>
      <p:sp>
        <p:nvSpPr>
          <p:cNvPr id="408" name="FIG2_MICRO_ADAPTIVE__EFFECTIVE__377__EDGE_1">
            <a:extLst xmlns:a="http://schemas.openxmlformats.org/drawingml/2006/main">
              <a:ext uri="{FF2B5EF4-FFF2-40B4-BE49-F238E27FC236}">
                <a16:creationId xmlns:a16="http://schemas.microsoft.com/office/drawing/2014/main" id="{0457D31E-71AB-42D6-879A-16AEDB94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97877" y="2742629"/>
            <a:ext cx="78867" cy="1556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E1863F"/>
            </a:solidFill>
            <a:prstDash val="solid"/>
          </a:ln>
        </p:spPr>
      </p:sp>
      <p:sp>
        <p:nvSpPr>
          <p:cNvPr id="409" name="FIG2_MICRO_ADAPTIVE__EFFECTIVE__378__EDGE_2">
            <a:extLst xmlns:a="http://schemas.openxmlformats.org/drawingml/2006/main">
              <a:ext uri="{FF2B5EF4-FFF2-40B4-BE49-F238E27FC236}">
                <a16:creationId xmlns:a16="http://schemas.microsoft.com/office/drawing/2014/main" id="{5275CEE7-3A07-4E1B-A721-E60A384F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97877" y="2807779"/>
            <a:ext cx="179642" cy="904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E1863F"/>
            </a:solidFill>
            <a:prstDash val="solid"/>
          </a:ln>
        </p:spPr>
      </p:sp>
      <p:sp>
        <p:nvSpPr>
          <p:cNvPr id="410" name="FIG2_MICRO_ADAPTIVE__EFFECTIVE__379__EDGE_3">
            <a:extLst xmlns:a="http://schemas.openxmlformats.org/drawingml/2006/main">
              <a:ext uri="{FF2B5EF4-FFF2-40B4-BE49-F238E27FC236}">
                <a16:creationId xmlns:a16="http://schemas.microsoft.com/office/drawing/2014/main" id="{C76C9E53-E6FF-416A-8C75-052B6C9F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76744" y="2742629"/>
            <a:ext cx="100774" cy="651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411" name="FIG2_MICRO_ADAPTIVE__EFFECTIVE__380__EDGE_4">
            <a:extLst xmlns:a="http://schemas.openxmlformats.org/drawingml/2006/main">
              <a:ext uri="{FF2B5EF4-FFF2-40B4-BE49-F238E27FC236}">
                <a16:creationId xmlns:a16="http://schemas.microsoft.com/office/drawing/2014/main" id="{CC07FED6-DB20-47EA-AA17-D9351B8C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77519" y="2807779"/>
            <a:ext cx="179642" cy="1230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E1863F"/>
            </a:solidFill>
            <a:prstDash val="solid"/>
          </a:ln>
        </p:spPr>
      </p:sp>
      <p:sp>
        <p:nvSpPr>
          <p:cNvPr id="412" name="FIG2_MICRO_ADAPTIVE__EFFECTIVE__381__EDGE_5">
            <a:extLst xmlns:a="http://schemas.openxmlformats.org/drawingml/2006/main">
              <a:ext uri="{FF2B5EF4-FFF2-40B4-BE49-F238E27FC236}">
                <a16:creationId xmlns:a16="http://schemas.microsoft.com/office/drawing/2014/main" id="{B08211FD-6D2E-423B-93D2-E6948F4A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77519" y="2807779"/>
            <a:ext cx="26289" cy="1918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E1863F"/>
            </a:solidFill>
            <a:prstDash val="solid"/>
          </a:ln>
        </p:spPr>
      </p:sp>
      <p:sp>
        <p:nvSpPr>
          <p:cNvPr id="413" name="FIG2_MICRO_ADAPTIVE__EFFECTIVE__382__EDGE_6">
            <a:extLst xmlns:a="http://schemas.openxmlformats.org/drawingml/2006/main">
              <a:ext uri="{FF2B5EF4-FFF2-40B4-BE49-F238E27FC236}">
                <a16:creationId xmlns:a16="http://schemas.microsoft.com/office/drawing/2014/main" id="{52E3E0AA-CF56-409C-A805-B3BD50D5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17727" y="2749868"/>
            <a:ext cx="39433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415">
            <a:solidFill>
              <a:srgbClr val="E1863F"/>
            </a:solidFill>
            <a:prstDash val="solid"/>
          </a:ln>
        </p:spPr>
      </p:sp>
      <p:sp>
        <p:nvSpPr>
          <p:cNvPr id="414" name="FIG2_MICRO_ADAPTIVE__EFFECTIVE__383__EDGE_7">
            <a:extLst xmlns:a="http://schemas.openxmlformats.org/drawingml/2006/main">
              <a:ext uri="{FF2B5EF4-FFF2-40B4-BE49-F238E27FC236}">
                <a16:creationId xmlns:a16="http://schemas.microsoft.com/office/drawing/2014/main" id="{DC4C8377-5E2F-4B84-83F0-4C3A0C16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603808" y="2930843"/>
            <a:ext cx="153353" cy="687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1863F"/>
            </a:solidFill>
            <a:prstDash val="solid"/>
          </a:ln>
        </p:spPr>
      </p:sp>
      <p:sp>
        <p:nvSpPr>
          <p:cNvPr id="415" name="FIG2_MICRO_ADAPTIVE__EFFECTIVE__384__NODE_1">
            <a:extLst xmlns:a="http://schemas.openxmlformats.org/drawingml/2006/main">
              <a:ext uri="{FF2B5EF4-FFF2-40B4-BE49-F238E27FC236}">
                <a16:creationId xmlns:a16="http://schemas.microsoft.com/office/drawing/2014/main" id="{16C4F1B5-2783-40EC-A915-A73C0BED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492" y="2865882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416" name="FIG2_MICRO_ADAPTIVE__EFFECTIVE__385__NODE_2">
            <a:extLst xmlns:a="http://schemas.openxmlformats.org/drawingml/2006/main">
              <a:ext uri="{FF2B5EF4-FFF2-40B4-BE49-F238E27FC236}">
                <a16:creationId xmlns:a16="http://schemas.microsoft.com/office/drawing/2014/main" id="{A75EE51B-29F3-4DA5-84AD-EA3CCB6D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359" y="2710244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417" name="FIG2_MICRO_ADAPTIVE__EFFECTIVE__386__NODE_3">
            <a:extLst xmlns:a="http://schemas.openxmlformats.org/drawingml/2006/main">
              <a:ext uri="{FF2B5EF4-FFF2-40B4-BE49-F238E27FC236}">
                <a16:creationId xmlns:a16="http://schemas.microsoft.com/office/drawing/2014/main" id="{DC413D73-4C73-4085-BCDC-2F8ED92D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134" y="2775395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418" name="FIG2_MICRO_ADAPTIVE__EFFECTIVE__387__NODE_4">
            <a:extLst xmlns:a="http://schemas.openxmlformats.org/drawingml/2006/main">
              <a:ext uri="{FF2B5EF4-FFF2-40B4-BE49-F238E27FC236}">
                <a16:creationId xmlns:a16="http://schemas.microsoft.com/office/drawing/2014/main" id="{CF106026-00E5-4BB6-B9BD-56708095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5342" y="2717483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419" name="FIG2_MICRO_ADAPTIVE__EFFECTIVE__388__NODE_5">
            <a:extLst xmlns:a="http://schemas.openxmlformats.org/drawingml/2006/main">
              <a:ext uri="{FF2B5EF4-FFF2-40B4-BE49-F238E27FC236}">
                <a16:creationId xmlns:a16="http://schemas.microsoft.com/office/drawing/2014/main" id="{E12E6705-D05D-4BBA-B4D5-CDC5ED2D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898458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420" name="FIG2_MICRO_ADAPTIVE__EFFECTIVE__389__NODE_6">
            <a:extLst xmlns:a="http://schemas.openxmlformats.org/drawingml/2006/main">
              <a:ext uri="{FF2B5EF4-FFF2-40B4-BE49-F238E27FC236}">
                <a16:creationId xmlns:a16="http://schemas.microsoft.com/office/drawing/2014/main" id="{DC7FE355-683D-4376-9D4A-B02747F3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423" y="2967228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863F"/>
            </a:solidFill>
            <a:prstDash val="solid"/>
          </a:ln>
        </p:spPr>
      </p:sp>
      <p:sp>
        <p:nvSpPr>
          <p:cNvPr id="421" name="FIG2_MICRO_ADAPTIVE__390__EFFECTIVE_LABEL">
            <a:extLst xmlns:a="http://schemas.openxmlformats.org/drawingml/2006/main">
              <a:ext uri="{FF2B5EF4-FFF2-40B4-BE49-F238E27FC236}">
                <a16:creationId xmlns:a16="http://schemas.microsoft.com/office/drawing/2014/main" id="{42415EE1-E2C6-4C9A-9889-038EA857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19475"/>
            <a:ext cx="85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 i="0">
                <a:solidFill>
                  <a:srgbClr val="E186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i="0">
                <a:solidFill>
                  <a:srgbClr val="E1863F"/>
                </a:solidFill>
                <a:latin typeface="Times New Roman"/>
                <a:ea typeface="Times New Roman"/>
                <a:cs typeface="Times New Roman"/>
              </a:rPr>
              <a:t>Micro Effective</a:t>
            </a:r>
          </a:p>
          <a:p xmlns:a="http://schemas.openxmlformats.org/drawingml/2006/main">
            <a:pPr algn="ctr">
              <a:defRPr sz="1100" b="0" i="0">
                <a:solidFill>
                  <a:srgbClr val="E186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i="0">
                <a:solidFill>
                  <a:srgbClr val="E1863F"/>
                </a:solidFill>
                <a:latin typeface="Times New Roman"/>
                <a:ea typeface="Times New Roman"/>
                <a:cs typeface="Times New Roman"/>
              </a:rPr>
              <a:t>Graph</a:t>
            </a:r>
          </a:p>
        </p:txBody>
      </p:sp>
      <p:sp>
        <p:nvSpPr>
          <p:cNvPr id="422" name="FIG2_EXPLANATION">
            <a:extLst xmlns:a="http://schemas.openxmlformats.org/drawingml/2006/main">
              <a:ext uri="{FF2B5EF4-FFF2-40B4-BE49-F238E27FC236}">
                <a16:creationId xmlns:a16="http://schemas.microsoft.com/office/drawing/2014/main" id="{AAD1A1E9-DDE6-4E52-921A-6A9D309F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57625"/>
            <a:ext cx="2714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Prior defines where edges may exist; learning adjusts how strongly they contribute.</a:t>
            </a:r>
          </a:p>
        </p:txBody>
      </p:sp>
    </p:spTree>
    <p:extLst>
      <p:ext uri="{BB962C8B-B14F-4D97-AF65-F5344CB8AC3E}">
        <p14:creationId xmlns:p14="http://schemas.microsoft.com/office/powerpoint/2010/main" val="1668292020"/>
      </p:ext>
    </p:extLst>
  </p:cSld>
</p:sld>
</file>

<file path=ppt/theme/theme1.xml><?xml version="1.0" encoding="utf-8"?>
<a:theme xmlns:a="http://schemas.openxmlformats.org/drawingml/2006/main" name="ChatGPT">
  <a:themeElements>
    <a:clrScheme name="ST-MGPrompt Scientific">
      <a:dk1>
        <a:srgbClr val="000000"/>
      </a:dk1>
      <a:lt1>
        <a:srgbClr val="FFFFFF"/>
      </a:lt1>
      <a:dk2>
        <a:srgbClr val="17232C"/>
      </a:dk2>
      <a:lt2>
        <a:srgbClr val="EEF2F4"/>
      </a:lt2>
      <a:accent1>
        <a:srgbClr val="4F9A96"/>
      </a:accent1>
      <a:accent2>
        <a:srgbClr val="E69A54"/>
      </a:accent2>
      <a:accent3>
        <a:srgbClr val="8367B2"/>
      </a:accent3>
      <a:accent4>
        <a:srgbClr val="B76F68"/>
      </a:accent4>
      <a:accent5>
        <a:srgbClr val="6F8795"/>
      </a:accent5>
      <a:accent6>
        <a:srgbClr val="4A8B6F"/>
      </a:accent6>
      <a:hlink>
        <a:srgbClr val="8367B2"/>
      </a:hlink>
      <a:folHlink>
        <a:srgbClr val="B76F6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-MGPrompt Scientif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34343" dir="3378596">
              <a:srgbClr val="23343D">
                <a:alpha val="10000"/>
              </a:srgbClr>
            </a:outerShdw>
          </a:effectLst>
        </a:effectStyle>
        <a:effectStyle>
          <a:effectLst>
            <a:outerShdw blurRad="76200" dist="34343" dir="3378596">
              <a:srgbClr val="23343D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2026-08-16T06:46:11.8540000Z</dcterms:created>
  <dcterms:modified xsi:type="dcterms:W3CDTF">2026-08-16T06:46:11.8540000Z</dcterms:modified>
</coreProperties>
</file>