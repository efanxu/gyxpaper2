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8229600" cy="4572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97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FIGURE_TITLE">
            <a:extLst>
              <a:ext uri="{FF2B5EF4-FFF2-40B4-BE49-F238E27FC236}">
                <a16:creationId xmlns:a16="http://schemas.microsoft.com/office/drawing/2014/main" id="{01DEE851-0475-495E-9AE2-CC9C122E2AF2}"/>
              </a:ext>
            </a:extLst>
          </p:cNvPr>
          <p:cNvSpPr>
            <a:spLocks noGrp="1"/>
          </p:cNvSpPr>
          <p:nvPr/>
        </p:nvSpPr>
        <p:spPr>
          <a:xfrm>
            <a:off x="133350" y="47625"/>
            <a:ext cx="79629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288" tIns="4763" rIns="14288" bIns="4763" anchor="ctr">
            <a:normAutofit fontScale="85000"/>
          </a:bodyPr>
          <a:lstStyle/>
          <a:p>
            <a:pPr algn="l">
              <a:defRPr sz="2500" b="1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1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Dual Semantic Spatial Graph Construction</a:t>
            </a:r>
          </a:p>
        </p:txBody>
      </p:sp>
      <p:sp>
        <p:nvSpPr>
          <p:cNvPr id="2" name="FIG2_SHARED_DISTANCE__REGION">
            <a:extLst>
              <a:ext uri="{FF2B5EF4-FFF2-40B4-BE49-F238E27FC236}">
                <a16:creationId xmlns:a16="http://schemas.microsoft.com/office/drawing/2014/main" id="{00326F95-5F7C-4D25-900F-1E64ABDC5A96}"/>
              </a:ext>
            </a:extLst>
          </p:cNvPr>
          <p:cNvSpPr>
            <a:spLocks noGrp="1"/>
          </p:cNvSpPr>
          <p:nvPr/>
        </p:nvSpPr>
        <p:spPr>
          <a:xfrm>
            <a:off x="132103" y="423862"/>
            <a:ext cx="1866900" cy="3684011"/>
          </a:xfrm>
          <a:prstGeom prst="roundRect">
            <a:avLst>
              <a:gd name="adj" fmla="val 11224"/>
            </a:avLst>
          </a:prstGeom>
          <a:solidFill>
            <a:srgbClr val="F3F7F9"/>
          </a:solidFill>
          <a:ln w="0">
            <a:noFill/>
            <a:prstDash val="solid"/>
          </a:ln>
        </p:spPr>
      </p:sp>
      <p:sp>
        <p:nvSpPr>
          <p:cNvPr id="3" name="FIG2_DUAL_STREAMS__REGION">
            <a:extLst>
              <a:ext uri="{FF2B5EF4-FFF2-40B4-BE49-F238E27FC236}">
                <a16:creationId xmlns:a16="http://schemas.microsoft.com/office/drawing/2014/main" id="{E60508F7-FA2C-4B61-A251-16D8373BC3F8}"/>
              </a:ext>
            </a:extLst>
          </p:cNvPr>
          <p:cNvSpPr>
            <a:spLocks noGrp="1"/>
          </p:cNvSpPr>
          <p:nvPr/>
        </p:nvSpPr>
        <p:spPr>
          <a:xfrm>
            <a:off x="1819274" y="381000"/>
            <a:ext cx="3324225" cy="3775996"/>
          </a:xfrm>
          <a:prstGeom prst="roundRect">
            <a:avLst>
              <a:gd name="adj" fmla="val 17059"/>
            </a:avLst>
          </a:prstGeom>
          <a:solidFill>
            <a:srgbClr val="F0F8F6"/>
          </a:solidFill>
          <a:ln w="0">
            <a:noFill/>
            <a:prstDash val="solid"/>
          </a:ln>
        </p:spPr>
      </p:sp>
      <p:sp>
        <p:nvSpPr>
          <p:cNvPr id="4" name="FIG2_ADAPTIVE__REGION">
            <a:extLst>
              <a:ext uri="{FF2B5EF4-FFF2-40B4-BE49-F238E27FC236}">
                <a16:creationId xmlns:a16="http://schemas.microsoft.com/office/drawing/2014/main" id="{BB94E99A-6233-4307-AB1B-D1657E2A2E50}"/>
              </a:ext>
            </a:extLst>
          </p:cNvPr>
          <p:cNvSpPr>
            <a:spLocks noGrp="1"/>
          </p:cNvSpPr>
          <p:nvPr/>
        </p:nvSpPr>
        <p:spPr>
          <a:xfrm>
            <a:off x="5106257" y="381001"/>
            <a:ext cx="3114675" cy="3775996"/>
          </a:xfrm>
          <a:prstGeom prst="roundRect">
            <a:avLst>
              <a:gd name="adj" fmla="val 7951"/>
            </a:avLst>
          </a:prstGeom>
          <a:solidFill>
            <a:srgbClr val="F8F5FC"/>
          </a:solidFill>
          <a:ln w="0">
            <a:noFill/>
            <a:prstDash val="solid"/>
          </a:ln>
        </p:spPr>
      </p:sp>
      <p:sp>
        <p:nvSpPr>
          <p:cNvPr id="5" name="FIG2_SHARED__HEADING">
            <a:extLst>
              <a:ext uri="{FF2B5EF4-FFF2-40B4-BE49-F238E27FC236}">
                <a16:creationId xmlns:a16="http://schemas.microsoft.com/office/drawing/2014/main" id="{C53E5381-693B-4CCF-B646-40298C5B6700}"/>
              </a:ext>
            </a:extLst>
          </p:cNvPr>
          <p:cNvSpPr>
            <a:spLocks noGrp="1"/>
          </p:cNvSpPr>
          <p:nvPr/>
        </p:nvSpPr>
        <p:spPr>
          <a:xfrm>
            <a:off x="190500" y="514350"/>
            <a:ext cx="16573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288" tIns="4763" rIns="14288" bIns="4763" anchor="ctr">
            <a:normAutofit fontScale="88709"/>
          </a:bodyPr>
          <a:lstStyle/>
          <a:p>
            <a:pPr algn="ctr">
              <a:defRPr sz="15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Shared Spatial Prior</a:t>
            </a:r>
          </a:p>
        </p:txBody>
      </p:sp>
      <p:sp>
        <p:nvSpPr>
          <p:cNvPr id="6" name="FIG2_DUAL__HEADING">
            <a:extLst>
              <a:ext uri="{FF2B5EF4-FFF2-40B4-BE49-F238E27FC236}">
                <a16:creationId xmlns:a16="http://schemas.microsoft.com/office/drawing/2014/main" id="{37C8EC55-C2BB-47DE-8D70-0CCB76374CA6}"/>
              </a:ext>
            </a:extLst>
          </p:cNvPr>
          <p:cNvSpPr>
            <a:spLocks noGrp="1"/>
          </p:cNvSpPr>
          <p:nvPr/>
        </p:nvSpPr>
        <p:spPr>
          <a:xfrm>
            <a:off x="2047875" y="514350"/>
            <a:ext cx="27717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288" tIns="4763" rIns="14288" bIns="4763" anchor="ctr">
            <a:normAutofit fontScale="88709"/>
          </a:bodyPr>
          <a:lstStyle/>
          <a:p>
            <a:pPr algn="ctr">
              <a:defRPr sz="15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Dual Semantic Priors</a:t>
            </a:r>
          </a:p>
        </p:txBody>
      </p:sp>
      <p:sp>
        <p:nvSpPr>
          <p:cNvPr id="7" name="FIG2_ADAPTIVE__HEADING">
            <a:extLst>
              <a:ext uri="{FF2B5EF4-FFF2-40B4-BE49-F238E27FC236}">
                <a16:creationId xmlns:a16="http://schemas.microsoft.com/office/drawing/2014/main" id="{11897761-057F-4B81-892A-A9516F82BC64}"/>
              </a:ext>
            </a:extLst>
          </p:cNvPr>
          <p:cNvSpPr>
            <a:spLocks noGrp="1"/>
          </p:cNvSpPr>
          <p:nvPr/>
        </p:nvSpPr>
        <p:spPr>
          <a:xfrm>
            <a:off x="5143500" y="514350"/>
            <a:ext cx="28765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288" tIns="4763" rIns="14288" bIns="4763" anchor="ctr">
            <a:normAutofit fontScale="91666"/>
          </a:bodyPr>
          <a:lstStyle/>
          <a:p>
            <a:pPr algn="ctr">
              <a:defRPr sz="150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Prior-Constrained Edge Re-weighting</a:t>
            </a:r>
          </a:p>
        </p:txBody>
      </p:sp>
      <p:sp>
        <p:nvSpPr>
          <p:cNvPr id="8" name="FIG2_SHARED_DISTANCE__COORDS">
            <a:extLst>
              <a:ext uri="{FF2B5EF4-FFF2-40B4-BE49-F238E27FC236}">
                <a16:creationId xmlns:a16="http://schemas.microsoft.com/office/drawing/2014/main" id="{D57733D8-39DE-4064-BFBD-B52D3170D15E}"/>
              </a:ext>
            </a:extLst>
          </p:cNvPr>
          <p:cNvSpPr>
            <a:spLocks noGrp="1"/>
          </p:cNvSpPr>
          <p:nvPr/>
        </p:nvSpPr>
        <p:spPr>
          <a:xfrm>
            <a:off x="238125" y="838200"/>
            <a:ext cx="619125" cy="52387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" name="FIG2_SHARED_DISTANCE__COORD_1">
            <a:extLst>
              <a:ext uri="{FF2B5EF4-FFF2-40B4-BE49-F238E27FC236}">
                <a16:creationId xmlns:a16="http://schemas.microsoft.com/office/drawing/2014/main" id="{C6E3C12F-3952-4897-8DDA-4EADAA3870AB}"/>
              </a:ext>
            </a:extLst>
          </p:cNvPr>
          <p:cNvSpPr>
            <a:spLocks noGrp="1"/>
          </p:cNvSpPr>
          <p:nvPr/>
        </p:nvSpPr>
        <p:spPr>
          <a:xfrm>
            <a:off x="285750" y="1171575"/>
            <a:ext cx="57150" cy="57150"/>
          </a:xfrm>
          <a:prstGeom prst="ellipse">
            <a:avLst/>
          </a:prstGeom>
          <a:solidFill>
            <a:srgbClr val="FFFFFF"/>
          </a:solidFill>
          <a:ln w="10001">
            <a:solidFill>
              <a:srgbClr val="66879A"/>
            </a:solidFill>
            <a:prstDash val="solid"/>
          </a:ln>
        </p:spPr>
      </p:sp>
      <p:sp>
        <p:nvSpPr>
          <p:cNvPr id="10" name="FIG2_SHARED_DISTANCE__COORD_2">
            <a:extLst>
              <a:ext uri="{FF2B5EF4-FFF2-40B4-BE49-F238E27FC236}">
                <a16:creationId xmlns:a16="http://schemas.microsoft.com/office/drawing/2014/main" id="{95FE5E51-7172-4A4A-9E39-B88D3D1AA909}"/>
              </a:ext>
            </a:extLst>
          </p:cNvPr>
          <p:cNvSpPr>
            <a:spLocks noGrp="1"/>
          </p:cNvSpPr>
          <p:nvPr/>
        </p:nvSpPr>
        <p:spPr>
          <a:xfrm>
            <a:off x="419100" y="942975"/>
            <a:ext cx="57150" cy="57150"/>
          </a:xfrm>
          <a:prstGeom prst="ellipse">
            <a:avLst/>
          </a:prstGeom>
          <a:solidFill>
            <a:srgbClr val="FFFFFF"/>
          </a:solidFill>
          <a:ln w="10001">
            <a:solidFill>
              <a:srgbClr val="66879A"/>
            </a:solidFill>
            <a:prstDash val="solid"/>
          </a:ln>
        </p:spPr>
      </p:sp>
      <p:sp>
        <p:nvSpPr>
          <p:cNvPr id="11" name="FIG2_SHARED_DISTANCE__COORD_3">
            <a:extLst>
              <a:ext uri="{FF2B5EF4-FFF2-40B4-BE49-F238E27FC236}">
                <a16:creationId xmlns:a16="http://schemas.microsoft.com/office/drawing/2014/main" id="{FCBE137D-3633-4CBA-B1E4-CA989BCBC2B1}"/>
              </a:ext>
            </a:extLst>
          </p:cNvPr>
          <p:cNvSpPr>
            <a:spLocks noGrp="1"/>
          </p:cNvSpPr>
          <p:nvPr/>
        </p:nvSpPr>
        <p:spPr>
          <a:xfrm>
            <a:off x="552450" y="1228725"/>
            <a:ext cx="57150" cy="57150"/>
          </a:xfrm>
          <a:prstGeom prst="ellipse">
            <a:avLst/>
          </a:prstGeom>
          <a:solidFill>
            <a:srgbClr val="FFFFFF"/>
          </a:solidFill>
          <a:ln w="10001">
            <a:solidFill>
              <a:srgbClr val="66879A"/>
            </a:solidFill>
            <a:prstDash val="solid"/>
          </a:ln>
        </p:spPr>
      </p:sp>
      <p:sp>
        <p:nvSpPr>
          <p:cNvPr id="12" name="FIG2_SHARED_DISTANCE__COORD_4">
            <a:extLst>
              <a:ext uri="{FF2B5EF4-FFF2-40B4-BE49-F238E27FC236}">
                <a16:creationId xmlns:a16="http://schemas.microsoft.com/office/drawing/2014/main" id="{C1E05604-1117-4EBD-B42C-1CF0DBEB32D9}"/>
              </a:ext>
            </a:extLst>
          </p:cNvPr>
          <p:cNvSpPr>
            <a:spLocks noGrp="1"/>
          </p:cNvSpPr>
          <p:nvPr/>
        </p:nvSpPr>
        <p:spPr>
          <a:xfrm>
            <a:off x="695325" y="1019175"/>
            <a:ext cx="57150" cy="57150"/>
          </a:xfrm>
          <a:prstGeom prst="ellipse">
            <a:avLst/>
          </a:prstGeom>
          <a:solidFill>
            <a:srgbClr val="FFFFFF"/>
          </a:solidFill>
          <a:ln w="10001">
            <a:solidFill>
              <a:srgbClr val="66879A"/>
            </a:solidFill>
            <a:prstDash val="solid"/>
          </a:ln>
        </p:spPr>
      </p:sp>
      <p:sp>
        <p:nvSpPr>
          <p:cNvPr id="13" name="FIG2_SHARED_DISTANCE__COORD_5">
            <a:extLst>
              <a:ext uri="{FF2B5EF4-FFF2-40B4-BE49-F238E27FC236}">
                <a16:creationId xmlns:a16="http://schemas.microsoft.com/office/drawing/2014/main" id="{FB1879BC-4355-47B6-8854-915D9234CBB4}"/>
              </a:ext>
            </a:extLst>
          </p:cNvPr>
          <p:cNvSpPr>
            <a:spLocks noGrp="1"/>
          </p:cNvSpPr>
          <p:nvPr/>
        </p:nvSpPr>
        <p:spPr>
          <a:xfrm>
            <a:off x="790575" y="1276350"/>
            <a:ext cx="57150" cy="57150"/>
          </a:xfrm>
          <a:prstGeom prst="ellipse">
            <a:avLst/>
          </a:prstGeom>
          <a:solidFill>
            <a:srgbClr val="FFFFFF"/>
          </a:solidFill>
          <a:ln w="10001">
            <a:solidFill>
              <a:srgbClr val="66879A"/>
            </a:solidFill>
            <a:prstDash val="solid"/>
          </a:ln>
        </p:spPr>
      </p:sp>
      <p:sp>
        <p:nvSpPr>
          <p:cNvPr id="14" name="FIG2_SHARED_DISTANCE__COORD_6">
            <a:extLst>
              <a:ext uri="{FF2B5EF4-FFF2-40B4-BE49-F238E27FC236}">
                <a16:creationId xmlns:a16="http://schemas.microsoft.com/office/drawing/2014/main" id="{E20C3430-C20F-4FD8-8D37-CE16BAE5C498}"/>
              </a:ext>
            </a:extLst>
          </p:cNvPr>
          <p:cNvSpPr>
            <a:spLocks noGrp="1"/>
          </p:cNvSpPr>
          <p:nvPr/>
        </p:nvSpPr>
        <p:spPr>
          <a:xfrm>
            <a:off x="476250" y="1104900"/>
            <a:ext cx="57150" cy="57150"/>
          </a:xfrm>
          <a:prstGeom prst="ellipse">
            <a:avLst/>
          </a:prstGeom>
          <a:solidFill>
            <a:srgbClr val="FFFFFF"/>
          </a:solidFill>
          <a:ln w="10001">
            <a:solidFill>
              <a:srgbClr val="66879A"/>
            </a:solidFill>
            <a:prstDash val="solid"/>
          </a:ln>
        </p:spPr>
      </p:sp>
      <p:sp>
        <p:nvSpPr>
          <p:cNvPr id="15" name="FIG2_SHARED_DISTANCE__XY">
            <a:extLst>
              <a:ext uri="{FF2B5EF4-FFF2-40B4-BE49-F238E27FC236}">
                <a16:creationId xmlns:a16="http://schemas.microsoft.com/office/drawing/2014/main" id="{A6B3BB09-1D4E-437D-B07F-D171DFF3E7D6}"/>
              </a:ext>
            </a:extLst>
          </p:cNvPr>
          <p:cNvSpPr>
            <a:spLocks noGrp="1"/>
          </p:cNvSpPr>
          <p:nvPr/>
        </p:nvSpPr>
        <p:spPr>
          <a:xfrm>
            <a:off x="238125" y="1362075"/>
            <a:ext cx="619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288" tIns="4763" rIns="14288" bIns="4763" anchor="ctr">
            <a:noAutofit/>
          </a:bodyPr>
          <a:lstStyle/>
          <a:p>
            <a:pPr algn="ctr">
              <a:defRPr sz="1050" b="0" i="0">
                <a:solidFill>
                  <a:srgbClr val="5D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5D7280"/>
                </a:solidFill>
                <a:latin typeface="Times New Roman"/>
                <a:ea typeface="Times New Roman"/>
                <a:cs typeface="Times New Roman"/>
              </a:rPr>
              <a:t>(x, y)</a:t>
            </a:r>
          </a:p>
        </p:txBody>
      </p:sp>
      <p:sp>
        <p:nvSpPr>
          <p:cNvPr id="16" name="FIG2_SHARED_DISTANCE__GAUSSIAN">
            <a:extLst>
              <a:ext uri="{FF2B5EF4-FFF2-40B4-BE49-F238E27FC236}">
                <a16:creationId xmlns:a16="http://schemas.microsoft.com/office/drawing/2014/main" id="{85B6F5BD-19BB-4ACF-BE4A-2BE099DE25DF}"/>
              </a:ext>
            </a:extLst>
          </p:cNvPr>
          <p:cNvSpPr>
            <a:spLocks noGrp="1"/>
          </p:cNvSpPr>
          <p:nvPr/>
        </p:nvSpPr>
        <p:spPr>
          <a:xfrm>
            <a:off x="1066800" y="838200"/>
            <a:ext cx="723900" cy="52387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7" name="FIG2_SHARED_DISTANCE__G_NODE_1">
            <a:extLst>
              <a:ext uri="{FF2B5EF4-FFF2-40B4-BE49-F238E27FC236}">
                <a16:creationId xmlns:a16="http://schemas.microsoft.com/office/drawing/2014/main" id="{E6F990A1-BCCD-4B59-B603-B1D8B99EB61A}"/>
              </a:ext>
            </a:extLst>
          </p:cNvPr>
          <p:cNvSpPr>
            <a:spLocks noGrp="1"/>
          </p:cNvSpPr>
          <p:nvPr/>
        </p:nvSpPr>
        <p:spPr>
          <a:xfrm>
            <a:off x="1104900" y="1171575"/>
            <a:ext cx="57150" cy="57150"/>
          </a:xfrm>
          <a:prstGeom prst="ellipse">
            <a:avLst/>
          </a:prstGeom>
          <a:solidFill>
            <a:srgbClr val="FFFFFF"/>
          </a:solidFill>
          <a:ln w="10001">
            <a:solidFill>
              <a:srgbClr val="66879A"/>
            </a:solidFill>
            <a:prstDash val="solid"/>
          </a:ln>
        </p:spPr>
      </p:sp>
      <p:sp>
        <p:nvSpPr>
          <p:cNvPr id="18" name="FIG2_SHARED_DISTANCE__G_NODE_2">
            <a:extLst>
              <a:ext uri="{FF2B5EF4-FFF2-40B4-BE49-F238E27FC236}">
                <a16:creationId xmlns:a16="http://schemas.microsoft.com/office/drawing/2014/main" id="{9C7C66B7-E830-4952-9496-D49D36182B2A}"/>
              </a:ext>
            </a:extLst>
          </p:cNvPr>
          <p:cNvSpPr>
            <a:spLocks noGrp="1"/>
          </p:cNvSpPr>
          <p:nvPr/>
        </p:nvSpPr>
        <p:spPr>
          <a:xfrm>
            <a:off x="1276350" y="923925"/>
            <a:ext cx="57150" cy="57150"/>
          </a:xfrm>
          <a:prstGeom prst="ellipse">
            <a:avLst/>
          </a:prstGeom>
          <a:solidFill>
            <a:srgbClr val="FFFFFF"/>
          </a:solidFill>
          <a:ln w="10001">
            <a:solidFill>
              <a:srgbClr val="66879A"/>
            </a:solidFill>
            <a:prstDash val="solid"/>
          </a:ln>
        </p:spPr>
      </p:sp>
      <p:sp>
        <p:nvSpPr>
          <p:cNvPr id="19" name="FIG2_SHARED_DISTANCE__G_NODE_3">
            <a:extLst>
              <a:ext uri="{FF2B5EF4-FFF2-40B4-BE49-F238E27FC236}">
                <a16:creationId xmlns:a16="http://schemas.microsoft.com/office/drawing/2014/main" id="{AC6BC611-8583-4B02-AFB3-293D56D61642}"/>
              </a:ext>
            </a:extLst>
          </p:cNvPr>
          <p:cNvSpPr>
            <a:spLocks noGrp="1"/>
          </p:cNvSpPr>
          <p:nvPr/>
        </p:nvSpPr>
        <p:spPr>
          <a:xfrm>
            <a:off x="1457325" y="1209675"/>
            <a:ext cx="57150" cy="57150"/>
          </a:xfrm>
          <a:prstGeom prst="ellipse">
            <a:avLst/>
          </a:prstGeom>
          <a:solidFill>
            <a:srgbClr val="FFFFFF"/>
          </a:solidFill>
          <a:ln w="10001">
            <a:solidFill>
              <a:srgbClr val="66879A"/>
            </a:solidFill>
            <a:prstDash val="solid"/>
          </a:ln>
        </p:spPr>
      </p:sp>
      <p:sp>
        <p:nvSpPr>
          <p:cNvPr id="20" name="FIG2_SHARED_DISTANCE__G_NODE_4">
            <a:extLst>
              <a:ext uri="{FF2B5EF4-FFF2-40B4-BE49-F238E27FC236}">
                <a16:creationId xmlns:a16="http://schemas.microsoft.com/office/drawing/2014/main" id="{3E58C03D-2F3E-4A9B-AC3F-2EC985CA966F}"/>
              </a:ext>
            </a:extLst>
          </p:cNvPr>
          <p:cNvSpPr>
            <a:spLocks noGrp="1"/>
          </p:cNvSpPr>
          <p:nvPr/>
        </p:nvSpPr>
        <p:spPr>
          <a:xfrm>
            <a:off x="1666875" y="962025"/>
            <a:ext cx="57150" cy="57150"/>
          </a:xfrm>
          <a:prstGeom prst="ellipse">
            <a:avLst/>
          </a:prstGeom>
          <a:solidFill>
            <a:srgbClr val="FFFFFF"/>
          </a:solidFill>
          <a:ln w="10001">
            <a:solidFill>
              <a:srgbClr val="66879A"/>
            </a:solidFill>
            <a:prstDash val="solid"/>
          </a:ln>
        </p:spPr>
      </p:sp>
      <p:sp>
        <p:nvSpPr>
          <p:cNvPr id="21" name="FIG2_SHARED_DISTANCE__G_NODE_5">
            <a:extLst>
              <a:ext uri="{FF2B5EF4-FFF2-40B4-BE49-F238E27FC236}">
                <a16:creationId xmlns:a16="http://schemas.microsoft.com/office/drawing/2014/main" id="{04583FB3-F8F7-4067-8453-225C067A9AC6}"/>
              </a:ext>
            </a:extLst>
          </p:cNvPr>
          <p:cNvSpPr>
            <a:spLocks noGrp="1"/>
          </p:cNvSpPr>
          <p:nvPr/>
        </p:nvSpPr>
        <p:spPr>
          <a:xfrm>
            <a:off x="1695450" y="1285875"/>
            <a:ext cx="57150" cy="57150"/>
          </a:xfrm>
          <a:prstGeom prst="ellipse">
            <a:avLst/>
          </a:prstGeom>
          <a:solidFill>
            <a:srgbClr val="FFFFFF"/>
          </a:solidFill>
          <a:ln w="10001">
            <a:solidFill>
              <a:srgbClr val="66879A"/>
            </a:solidFill>
            <a:prstDash val="solid"/>
          </a:ln>
        </p:spPr>
      </p:sp>
      <p:sp>
        <p:nvSpPr>
          <p:cNvPr id="22" name="FIG2_SHARED_DISTANCE__G_NEAR">
            <a:extLst>
              <a:ext uri="{FF2B5EF4-FFF2-40B4-BE49-F238E27FC236}">
                <a16:creationId xmlns:a16="http://schemas.microsoft.com/office/drawing/2014/main" id="{E3512C50-9CB6-493C-970B-2643E2672EDB}"/>
              </a:ext>
            </a:extLst>
          </p:cNvPr>
          <p:cNvSpPr>
            <a:spLocks noGrp="1"/>
          </p:cNvSpPr>
          <p:nvPr/>
        </p:nvSpPr>
        <p:spPr>
          <a:xfrm flipV="1">
            <a:off x="1133475" y="952500"/>
            <a:ext cx="171450" cy="247650"/>
          </a:xfrm>
          <a:prstGeom prst="line">
            <a:avLst/>
          </a:prstGeom>
          <a:noFill/>
          <a:ln w="24765">
            <a:solidFill>
              <a:srgbClr val="66879A"/>
            </a:solidFill>
            <a:prstDash val="solid"/>
          </a:ln>
        </p:spPr>
      </p:sp>
      <p:sp>
        <p:nvSpPr>
          <p:cNvPr id="23" name="FIG2_SHARED_DISTANCE__G_MID1">
            <a:extLst>
              <a:ext uri="{FF2B5EF4-FFF2-40B4-BE49-F238E27FC236}">
                <a16:creationId xmlns:a16="http://schemas.microsoft.com/office/drawing/2014/main" id="{CEF131AE-83F7-405B-A897-5B17D5F2ABB1}"/>
              </a:ext>
            </a:extLst>
          </p:cNvPr>
          <p:cNvSpPr>
            <a:spLocks noGrp="1"/>
          </p:cNvSpPr>
          <p:nvPr/>
        </p:nvSpPr>
        <p:spPr>
          <a:xfrm>
            <a:off x="1304925" y="952500"/>
            <a:ext cx="180975" cy="285750"/>
          </a:xfrm>
          <a:prstGeom prst="line">
            <a:avLst/>
          </a:prstGeom>
          <a:noFill/>
          <a:ln w="17145">
            <a:solidFill>
              <a:srgbClr val="66879A"/>
            </a:solidFill>
            <a:prstDash val="solid"/>
          </a:ln>
        </p:spPr>
      </p:sp>
      <p:sp>
        <p:nvSpPr>
          <p:cNvPr id="24" name="FIG2_SHARED_DISTANCE__G_MID2">
            <a:extLst>
              <a:ext uri="{FF2B5EF4-FFF2-40B4-BE49-F238E27FC236}">
                <a16:creationId xmlns:a16="http://schemas.microsoft.com/office/drawing/2014/main" id="{32F057E3-F838-4279-A714-C7CA23FC33EA}"/>
              </a:ext>
            </a:extLst>
          </p:cNvPr>
          <p:cNvSpPr>
            <a:spLocks noGrp="1"/>
          </p:cNvSpPr>
          <p:nvPr/>
        </p:nvSpPr>
        <p:spPr>
          <a:xfrm flipV="1">
            <a:off x="1485900" y="990600"/>
            <a:ext cx="209550" cy="247650"/>
          </a:xfrm>
          <a:prstGeom prst="line">
            <a:avLst/>
          </a:prstGeom>
          <a:noFill/>
          <a:ln w="11906">
            <a:solidFill>
              <a:srgbClr val="66879A"/>
            </a:solidFill>
            <a:prstDash val="solid"/>
          </a:ln>
        </p:spPr>
      </p:sp>
      <p:sp>
        <p:nvSpPr>
          <p:cNvPr id="25" name="FIG2_SHARED_DISTANCE__G_FAR">
            <a:extLst>
              <a:ext uri="{FF2B5EF4-FFF2-40B4-BE49-F238E27FC236}">
                <a16:creationId xmlns:a16="http://schemas.microsoft.com/office/drawing/2014/main" id="{D8EF3470-AD3F-4357-81D2-0ED49A0C2EAC}"/>
              </a:ext>
            </a:extLst>
          </p:cNvPr>
          <p:cNvSpPr>
            <a:spLocks noGrp="1"/>
          </p:cNvSpPr>
          <p:nvPr/>
        </p:nvSpPr>
        <p:spPr>
          <a:xfrm>
            <a:off x="1695450" y="990600"/>
            <a:ext cx="28575" cy="323850"/>
          </a:xfrm>
          <a:prstGeom prst="line">
            <a:avLst/>
          </a:prstGeom>
          <a:noFill/>
          <a:ln w="6191">
            <a:solidFill>
              <a:srgbClr val="66879A"/>
            </a:solidFill>
            <a:prstDash val="solid"/>
          </a:ln>
        </p:spPr>
      </p:sp>
      <p:cxnSp>
        <p:nvCxnSpPr>
          <p:cNvPr id="442" name="FIG2_SHARED_DISTANCE__COORD_TO_GAUSS"/>
          <p:cNvCxnSpPr>
            <a:stCxn id="8" idx="3"/>
            <a:endCxn id="16" idx="1"/>
          </p:cNvCxnSpPr>
          <p:nvPr/>
        </p:nvCxnSpPr>
        <p:spPr>
          <a:xfrm>
            <a:off x="857250" y="1100138"/>
            <a:ext cx="209550" cy="0"/>
          </a:xfrm>
          <a:prstGeom prst="straightConnector1">
            <a:avLst/>
          </a:prstGeom>
          <a:ln w="14764">
            <a:solidFill>
              <a:srgbClr val="66879A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7" name="FIG2_SHARED_DISTANCE__METHOD">
            <a:extLst>
              <a:ext uri="{FF2B5EF4-FFF2-40B4-BE49-F238E27FC236}">
                <a16:creationId xmlns:a16="http://schemas.microsoft.com/office/drawing/2014/main" id="{D540EC59-77C7-4595-83BE-BB3DC5B39CA4}"/>
              </a:ext>
            </a:extLst>
          </p:cNvPr>
          <p:cNvSpPr>
            <a:spLocks noGrp="1"/>
          </p:cNvSpPr>
          <p:nvPr/>
        </p:nvSpPr>
        <p:spPr>
          <a:xfrm>
            <a:off x="876300" y="1419225"/>
            <a:ext cx="971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288" tIns="4763" rIns="14288" bIns="4763" anchor="ctr">
            <a:normAutofit fontScale="89025"/>
          </a:bodyPr>
          <a:lstStyle/>
          <a:p>
            <a:pPr algn="ctr">
              <a:def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Gaussian Kernel</a:t>
            </a:r>
          </a:p>
        </p:txBody>
      </p:sp>
      <p:sp>
        <p:nvSpPr>
          <p:cNvPr id="28" name="FIG2_SHARED_DISTANCE__DENSE">
            <a:extLst>
              <a:ext uri="{FF2B5EF4-FFF2-40B4-BE49-F238E27FC236}">
                <a16:creationId xmlns:a16="http://schemas.microsoft.com/office/drawing/2014/main" id="{B0454D89-884F-4DF2-9DE7-6F2C09B4AB2E}"/>
              </a:ext>
            </a:extLst>
          </p:cNvPr>
          <p:cNvSpPr>
            <a:spLocks noGrp="1"/>
          </p:cNvSpPr>
          <p:nvPr/>
        </p:nvSpPr>
        <p:spPr>
          <a:xfrm>
            <a:off x="257175" y="2009775"/>
            <a:ext cx="552450" cy="4191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29" name="FIG2_SHARED_DISTANCE__DENSE__EDGE_1">
            <a:extLst>
              <a:ext uri="{FF2B5EF4-FFF2-40B4-BE49-F238E27FC236}">
                <a16:creationId xmlns:a16="http://schemas.microsoft.com/office/drawing/2014/main" id="{B96EA8E0-1CFD-41FA-9CB4-688419C52158}"/>
              </a:ext>
            </a:extLst>
          </p:cNvPr>
          <p:cNvSpPr>
            <a:spLocks noGrp="1"/>
          </p:cNvSpPr>
          <p:nvPr/>
        </p:nvSpPr>
        <p:spPr>
          <a:xfrm flipV="1">
            <a:off x="312420" y="2085213"/>
            <a:ext cx="99441" cy="142494"/>
          </a:xfrm>
          <a:prstGeom prst="line">
            <a:avLst/>
          </a:prstGeom>
          <a:noFill/>
          <a:ln w="5239">
            <a:solidFill>
              <a:srgbClr val="66879A"/>
            </a:solidFill>
            <a:prstDash val="solid"/>
          </a:ln>
        </p:spPr>
      </p:sp>
      <p:sp>
        <p:nvSpPr>
          <p:cNvPr id="30" name="FIG2_SHARED_DISTANCE__DENSE__EDGE_2">
            <a:extLst>
              <a:ext uri="{FF2B5EF4-FFF2-40B4-BE49-F238E27FC236}">
                <a16:creationId xmlns:a16="http://schemas.microsoft.com/office/drawing/2014/main" id="{B42F19A5-4873-4925-B437-1F497FE38AFB}"/>
              </a:ext>
            </a:extLst>
          </p:cNvPr>
          <p:cNvSpPr>
            <a:spLocks noGrp="1"/>
          </p:cNvSpPr>
          <p:nvPr/>
        </p:nvSpPr>
        <p:spPr>
          <a:xfrm flipV="1">
            <a:off x="312420" y="2114550"/>
            <a:ext cx="237554" cy="113157"/>
          </a:xfrm>
          <a:prstGeom prst="line">
            <a:avLst/>
          </a:prstGeom>
          <a:noFill/>
          <a:ln w="6953">
            <a:solidFill>
              <a:srgbClr val="66879A"/>
            </a:solidFill>
            <a:prstDash val="solid"/>
          </a:ln>
        </p:spPr>
      </p:sp>
      <p:sp>
        <p:nvSpPr>
          <p:cNvPr id="31" name="FIG2_SHARED_DISTANCE__DENSE__EDGE_3">
            <a:extLst>
              <a:ext uri="{FF2B5EF4-FFF2-40B4-BE49-F238E27FC236}">
                <a16:creationId xmlns:a16="http://schemas.microsoft.com/office/drawing/2014/main" id="{4ABFCA9C-0FFC-432A-BBCF-32C7A9C5D5AC}"/>
              </a:ext>
            </a:extLst>
          </p:cNvPr>
          <p:cNvSpPr>
            <a:spLocks noGrp="1"/>
          </p:cNvSpPr>
          <p:nvPr/>
        </p:nvSpPr>
        <p:spPr>
          <a:xfrm flipV="1">
            <a:off x="312420" y="2219325"/>
            <a:ext cx="397764" cy="8382"/>
          </a:xfrm>
          <a:prstGeom prst="line">
            <a:avLst/>
          </a:prstGeom>
          <a:noFill/>
          <a:ln w="8668">
            <a:solidFill>
              <a:srgbClr val="66879A"/>
            </a:solidFill>
            <a:prstDash val="solid"/>
          </a:ln>
        </p:spPr>
      </p:sp>
      <p:sp>
        <p:nvSpPr>
          <p:cNvPr id="32" name="FIG2_SHARED_DISTANCE__DENSE__EDGE_4">
            <a:extLst>
              <a:ext uri="{FF2B5EF4-FFF2-40B4-BE49-F238E27FC236}">
                <a16:creationId xmlns:a16="http://schemas.microsoft.com/office/drawing/2014/main" id="{C87F62E5-5C5A-4611-B7AC-9F22C5F4BD58}"/>
              </a:ext>
            </a:extLst>
          </p:cNvPr>
          <p:cNvSpPr>
            <a:spLocks noGrp="1"/>
          </p:cNvSpPr>
          <p:nvPr/>
        </p:nvSpPr>
        <p:spPr>
          <a:xfrm>
            <a:off x="312420" y="2227707"/>
            <a:ext cx="292799" cy="125730"/>
          </a:xfrm>
          <a:prstGeom prst="line">
            <a:avLst/>
          </a:prstGeom>
          <a:noFill/>
          <a:ln w="10382">
            <a:solidFill>
              <a:srgbClr val="66879A"/>
            </a:solidFill>
            <a:prstDash val="solid"/>
          </a:ln>
        </p:spPr>
      </p:sp>
      <p:sp>
        <p:nvSpPr>
          <p:cNvPr id="33" name="FIG2_SHARED_DISTANCE__DENSE__EDGE_5">
            <a:extLst>
              <a:ext uri="{FF2B5EF4-FFF2-40B4-BE49-F238E27FC236}">
                <a16:creationId xmlns:a16="http://schemas.microsoft.com/office/drawing/2014/main" id="{9A427A7D-06CB-47CB-AB14-5C92691B6421}"/>
              </a:ext>
            </a:extLst>
          </p:cNvPr>
          <p:cNvSpPr>
            <a:spLocks noGrp="1"/>
          </p:cNvSpPr>
          <p:nvPr/>
        </p:nvSpPr>
        <p:spPr>
          <a:xfrm>
            <a:off x="312420" y="2227707"/>
            <a:ext cx="127064" cy="83820"/>
          </a:xfrm>
          <a:prstGeom prst="line">
            <a:avLst/>
          </a:prstGeom>
          <a:noFill/>
          <a:ln w="5239">
            <a:solidFill>
              <a:srgbClr val="66879A"/>
            </a:solidFill>
            <a:prstDash val="solid"/>
          </a:ln>
        </p:spPr>
      </p:sp>
      <p:sp>
        <p:nvSpPr>
          <p:cNvPr id="34" name="FIG2_SHARED_DISTANCE__DENSE__EDGE_6">
            <a:extLst>
              <a:ext uri="{FF2B5EF4-FFF2-40B4-BE49-F238E27FC236}">
                <a16:creationId xmlns:a16="http://schemas.microsoft.com/office/drawing/2014/main" id="{D8F665AC-D227-4069-8E54-70E5634057AE}"/>
              </a:ext>
            </a:extLst>
          </p:cNvPr>
          <p:cNvSpPr>
            <a:spLocks noGrp="1"/>
          </p:cNvSpPr>
          <p:nvPr/>
        </p:nvSpPr>
        <p:spPr>
          <a:xfrm>
            <a:off x="411861" y="2085213"/>
            <a:ext cx="138113" cy="29337"/>
          </a:xfrm>
          <a:prstGeom prst="line">
            <a:avLst/>
          </a:prstGeom>
          <a:noFill/>
          <a:ln w="6953">
            <a:solidFill>
              <a:srgbClr val="66879A"/>
            </a:solidFill>
            <a:prstDash val="solid"/>
          </a:ln>
        </p:spPr>
      </p:sp>
      <p:sp>
        <p:nvSpPr>
          <p:cNvPr id="35" name="FIG2_SHARED_DISTANCE__DENSE__EDGE_7">
            <a:extLst>
              <a:ext uri="{FF2B5EF4-FFF2-40B4-BE49-F238E27FC236}">
                <a16:creationId xmlns:a16="http://schemas.microsoft.com/office/drawing/2014/main" id="{DDC41907-5CDE-4F43-8232-BA7984BEC1BD}"/>
              </a:ext>
            </a:extLst>
          </p:cNvPr>
          <p:cNvSpPr>
            <a:spLocks noGrp="1"/>
          </p:cNvSpPr>
          <p:nvPr/>
        </p:nvSpPr>
        <p:spPr>
          <a:xfrm>
            <a:off x="411861" y="2085213"/>
            <a:ext cx="298323" cy="134112"/>
          </a:xfrm>
          <a:prstGeom prst="line">
            <a:avLst/>
          </a:prstGeom>
          <a:noFill/>
          <a:ln w="8668">
            <a:solidFill>
              <a:srgbClr val="66879A"/>
            </a:solidFill>
            <a:prstDash val="solid"/>
          </a:ln>
        </p:spPr>
      </p:sp>
      <p:sp>
        <p:nvSpPr>
          <p:cNvPr id="36" name="FIG2_SHARED_DISTANCE__DENSE__EDGE_8">
            <a:extLst>
              <a:ext uri="{FF2B5EF4-FFF2-40B4-BE49-F238E27FC236}">
                <a16:creationId xmlns:a16="http://schemas.microsoft.com/office/drawing/2014/main" id="{31CC0EFA-82B3-4256-922A-76FCFCF11B24}"/>
              </a:ext>
            </a:extLst>
          </p:cNvPr>
          <p:cNvSpPr>
            <a:spLocks noGrp="1"/>
          </p:cNvSpPr>
          <p:nvPr/>
        </p:nvSpPr>
        <p:spPr>
          <a:xfrm>
            <a:off x="411861" y="2085213"/>
            <a:ext cx="193357" cy="268224"/>
          </a:xfrm>
          <a:prstGeom prst="line">
            <a:avLst/>
          </a:prstGeom>
          <a:noFill/>
          <a:ln w="10382">
            <a:solidFill>
              <a:srgbClr val="66879A"/>
            </a:solidFill>
            <a:prstDash val="solid"/>
          </a:ln>
        </p:spPr>
      </p:sp>
      <p:sp>
        <p:nvSpPr>
          <p:cNvPr id="37" name="FIG2_SHARED_DISTANCE__DENSE__EDGE_9">
            <a:extLst>
              <a:ext uri="{FF2B5EF4-FFF2-40B4-BE49-F238E27FC236}">
                <a16:creationId xmlns:a16="http://schemas.microsoft.com/office/drawing/2014/main" id="{51498EDF-4569-447C-A351-8EE8970D4D22}"/>
              </a:ext>
            </a:extLst>
          </p:cNvPr>
          <p:cNvSpPr>
            <a:spLocks noGrp="1"/>
          </p:cNvSpPr>
          <p:nvPr/>
        </p:nvSpPr>
        <p:spPr>
          <a:xfrm>
            <a:off x="411861" y="2085213"/>
            <a:ext cx="27622" cy="226314"/>
          </a:xfrm>
          <a:prstGeom prst="line">
            <a:avLst/>
          </a:prstGeom>
          <a:noFill/>
          <a:ln w="5239">
            <a:solidFill>
              <a:srgbClr val="66879A"/>
            </a:solidFill>
            <a:prstDash val="solid"/>
          </a:ln>
        </p:spPr>
      </p:sp>
      <p:sp>
        <p:nvSpPr>
          <p:cNvPr id="38" name="FIG2_SHARED_DISTANCE__DENSE__EDGE_10">
            <a:extLst>
              <a:ext uri="{FF2B5EF4-FFF2-40B4-BE49-F238E27FC236}">
                <a16:creationId xmlns:a16="http://schemas.microsoft.com/office/drawing/2014/main" id="{5B285CDD-AF3D-44D9-9958-AE223B392581}"/>
              </a:ext>
            </a:extLst>
          </p:cNvPr>
          <p:cNvSpPr>
            <a:spLocks noGrp="1"/>
          </p:cNvSpPr>
          <p:nvPr/>
        </p:nvSpPr>
        <p:spPr>
          <a:xfrm>
            <a:off x="549974" y="2114550"/>
            <a:ext cx="160211" cy="104775"/>
          </a:xfrm>
          <a:prstGeom prst="line">
            <a:avLst/>
          </a:prstGeom>
          <a:noFill/>
          <a:ln w="6953">
            <a:solidFill>
              <a:srgbClr val="66879A"/>
            </a:solidFill>
            <a:prstDash val="solid"/>
          </a:ln>
        </p:spPr>
      </p:sp>
      <p:sp>
        <p:nvSpPr>
          <p:cNvPr id="39" name="FIG2_SHARED_DISTANCE__DENSE__EDGE_11">
            <a:extLst>
              <a:ext uri="{FF2B5EF4-FFF2-40B4-BE49-F238E27FC236}">
                <a16:creationId xmlns:a16="http://schemas.microsoft.com/office/drawing/2014/main" id="{48A4B307-0FDA-41D1-B021-9AEB576700BE}"/>
              </a:ext>
            </a:extLst>
          </p:cNvPr>
          <p:cNvSpPr>
            <a:spLocks noGrp="1"/>
          </p:cNvSpPr>
          <p:nvPr/>
        </p:nvSpPr>
        <p:spPr>
          <a:xfrm>
            <a:off x="549974" y="2114550"/>
            <a:ext cx="55245" cy="238887"/>
          </a:xfrm>
          <a:prstGeom prst="line">
            <a:avLst/>
          </a:prstGeom>
          <a:noFill/>
          <a:ln w="8668">
            <a:solidFill>
              <a:srgbClr val="66879A"/>
            </a:solidFill>
            <a:prstDash val="solid"/>
          </a:ln>
        </p:spPr>
      </p:sp>
      <p:sp>
        <p:nvSpPr>
          <p:cNvPr id="40" name="FIG2_SHARED_DISTANCE__DENSE__EDGE_12">
            <a:extLst>
              <a:ext uri="{FF2B5EF4-FFF2-40B4-BE49-F238E27FC236}">
                <a16:creationId xmlns:a16="http://schemas.microsoft.com/office/drawing/2014/main" id="{BD4EECDD-183D-4A0D-ACD6-44E0CCB87732}"/>
              </a:ext>
            </a:extLst>
          </p:cNvPr>
          <p:cNvSpPr>
            <a:spLocks noGrp="1"/>
          </p:cNvSpPr>
          <p:nvPr/>
        </p:nvSpPr>
        <p:spPr>
          <a:xfrm flipH="1">
            <a:off x="439484" y="2114550"/>
            <a:ext cx="110490" cy="196977"/>
          </a:xfrm>
          <a:prstGeom prst="line">
            <a:avLst/>
          </a:prstGeom>
          <a:noFill/>
          <a:ln w="10382">
            <a:solidFill>
              <a:srgbClr val="66879A"/>
            </a:solidFill>
            <a:prstDash val="solid"/>
          </a:ln>
        </p:spPr>
      </p:sp>
      <p:sp>
        <p:nvSpPr>
          <p:cNvPr id="41" name="FIG2_SHARED_DISTANCE__DENSE__EDGE_13">
            <a:extLst>
              <a:ext uri="{FF2B5EF4-FFF2-40B4-BE49-F238E27FC236}">
                <a16:creationId xmlns:a16="http://schemas.microsoft.com/office/drawing/2014/main" id="{306D525C-FBF5-4B4C-8E66-BAA1C51E8D75}"/>
              </a:ext>
            </a:extLst>
          </p:cNvPr>
          <p:cNvSpPr>
            <a:spLocks noGrp="1"/>
          </p:cNvSpPr>
          <p:nvPr/>
        </p:nvSpPr>
        <p:spPr>
          <a:xfrm flipH="1">
            <a:off x="605219" y="2219325"/>
            <a:ext cx="104966" cy="134112"/>
          </a:xfrm>
          <a:prstGeom prst="line">
            <a:avLst/>
          </a:prstGeom>
          <a:noFill/>
          <a:ln w="5239">
            <a:solidFill>
              <a:srgbClr val="66879A"/>
            </a:solidFill>
            <a:prstDash val="solid"/>
          </a:ln>
        </p:spPr>
      </p:sp>
      <p:sp>
        <p:nvSpPr>
          <p:cNvPr id="42" name="FIG2_SHARED_DISTANCE__DENSE__EDGE_14">
            <a:extLst>
              <a:ext uri="{FF2B5EF4-FFF2-40B4-BE49-F238E27FC236}">
                <a16:creationId xmlns:a16="http://schemas.microsoft.com/office/drawing/2014/main" id="{38442425-3CFA-4638-B9B3-EA05C9CB35B5}"/>
              </a:ext>
            </a:extLst>
          </p:cNvPr>
          <p:cNvSpPr>
            <a:spLocks noGrp="1"/>
          </p:cNvSpPr>
          <p:nvPr/>
        </p:nvSpPr>
        <p:spPr>
          <a:xfrm flipH="1">
            <a:off x="439484" y="2219325"/>
            <a:ext cx="270701" cy="92202"/>
          </a:xfrm>
          <a:prstGeom prst="line">
            <a:avLst/>
          </a:prstGeom>
          <a:noFill/>
          <a:ln w="6953">
            <a:solidFill>
              <a:srgbClr val="66879A"/>
            </a:solidFill>
            <a:prstDash val="solid"/>
          </a:ln>
        </p:spPr>
      </p:sp>
      <p:sp>
        <p:nvSpPr>
          <p:cNvPr id="43" name="FIG2_SHARED_DISTANCE__DENSE__EDGE_15">
            <a:extLst>
              <a:ext uri="{FF2B5EF4-FFF2-40B4-BE49-F238E27FC236}">
                <a16:creationId xmlns:a16="http://schemas.microsoft.com/office/drawing/2014/main" id="{47E26470-DBB7-4275-9AA5-B64A65A07C67}"/>
              </a:ext>
            </a:extLst>
          </p:cNvPr>
          <p:cNvSpPr>
            <a:spLocks noGrp="1"/>
          </p:cNvSpPr>
          <p:nvPr/>
        </p:nvSpPr>
        <p:spPr>
          <a:xfrm flipH="1" flipV="1">
            <a:off x="439484" y="2311527"/>
            <a:ext cx="165735" cy="41910"/>
          </a:xfrm>
          <a:prstGeom prst="line">
            <a:avLst/>
          </a:prstGeom>
          <a:noFill/>
          <a:ln w="8668">
            <a:solidFill>
              <a:srgbClr val="66879A"/>
            </a:solidFill>
            <a:prstDash val="solid"/>
          </a:ln>
        </p:spPr>
      </p:sp>
      <p:sp>
        <p:nvSpPr>
          <p:cNvPr id="44" name="FIG2_SHARED_DISTANCE__DENSE__NODE_1">
            <a:extLst>
              <a:ext uri="{FF2B5EF4-FFF2-40B4-BE49-F238E27FC236}">
                <a16:creationId xmlns:a16="http://schemas.microsoft.com/office/drawing/2014/main" id="{A63167F4-C37A-40E1-9BBF-71FA7613DC46}"/>
              </a:ext>
            </a:extLst>
          </p:cNvPr>
          <p:cNvSpPr>
            <a:spLocks noGrp="1"/>
          </p:cNvSpPr>
          <p:nvPr/>
        </p:nvSpPr>
        <p:spPr>
          <a:xfrm>
            <a:off x="290036" y="2205323"/>
            <a:ext cx="44768" cy="44768"/>
          </a:xfrm>
          <a:prstGeom prst="ellipse">
            <a:avLst/>
          </a:prstGeom>
          <a:solidFill>
            <a:srgbClr val="FFFFFF"/>
          </a:solidFill>
          <a:ln w="10001">
            <a:solidFill>
              <a:srgbClr val="66879A"/>
            </a:solidFill>
            <a:prstDash val="solid"/>
          </a:ln>
        </p:spPr>
      </p:sp>
      <p:sp>
        <p:nvSpPr>
          <p:cNvPr id="45" name="FIG2_SHARED_DISTANCE__DENSE__NODE_2">
            <a:extLst>
              <a:ext uri="{FF2B5EF4-FFF2-40B4-BE49-F238E27FC236}">
                <a16:creationId xmlns:a16="http://schemas.microsoft.com/office/drawing/2014/main" id="{BEFD681B-BEEA-4652-923B-971700690BE3}"/>
              </a:ext>
            </a:extLst>
          </p:cNvPr>
          <p:cNvSpPr>
            <a:spLocks noGrp="1"/>
          </p:cNvSpPr>
          <p:nvPr/>
        </p:nvSpPr>
        <p:spPr>
          <a:xfrm>
            <a:off x="389477" y="2062829"/>
            <a:ext cx="44768" cy="44768"/>
          </a:xfrm>
          <a:prstGeom prst="ellipse">
            <a:avLst/>
          </a:prstGeom>
          <a:solidFill>
            <a:srgbClr val="FFFFFF"/>
          </a:solidFill>
          <a:ln w="10001">
            <a:solidFill>
              <a:srgbClr val="66879A"/>
            </a:solidFill>
            <a:prstDash val="solid"/>
          </a:ln>
        </p:spPr>
      </p:sp>
      <p:sp>
        <p:nvSpPr>
          <p:cNvPr id="46" name="FIG2_SHARED_DISTANCE__DENSE__NODE_3">
            <a:extLst>
              <a:ext uri="{FF2B5EF4-FFF2-40B4-BE49-F238E27FC236}">
                <a16:creationId xmlns:a16="http://schemas.microsoft.com/office/drawing/2014/main" id="{1E2AB3DA-16E8-46BA-AB24-B3E1E3214B21}"/>
              </a:ext>
            </a:extLst>
          </p:cNvPr>
          <p:cNvSpPr>
            <a:spLocks noGrp="1"/>
          </p:cNvSpPr>
          <p:nvPr/>
        </p:nvSpPr>
        <p:spPr>
          <a:xfrm>
            <a:off x="527590" y="2092166"/>
            <a:ext cx="44768" cy="44768"/>
          </a:xfrm>
          <a:prstGeom prst="ellipse">
            <a:avLst/>
          </a:prstGeom>
          <a:solidFill>
            <a:srgbClr val="FFFFFF"/>
          </a:solidFill>
          <a:ln w="10001">
            <a:solidFill>
              <a:srgbClr val="66879A"/>
            </a:solidFill>
            <a:prstDash val="solid"/>
          </a:ln>
        </p:spPr>
      </p:sp>
      <p:sp>
        <p:nvSpPr>
          <p:cNvPr id="47" name="FIG2_SHARED_DISTANCE__DENSE__NODE_4">
            <a:extLst>
              <a:ext uri="{FF2B5EF4-FFF2-40B4-BE49-F238E27FC236}">
                <a16:creationId xmlns:a16="http://schemas.microsoft.com/office/drawing/2014/main" id="{62C4421E-A175-4B7F-81E7-1C0568F5A4A0}"/>
              </a:ext>
            </a:extLst>
          </p:cNvPr>
          <p:cNvSpPr>
            <a:spLocks noGrp="1"/>
          </p:cNvSpPr>
          <p:nvPr/>
        </p:nvSpPr>
        <p:spPr>
          <a:xfrm>
            <a:off x="687800" y="2196941"/>
            <a:ext cx="44768" cy="44768"/>
          </a:xfrm>
          <a:prstGeom prst="ellipse">
            <a:avLst/>
          </a:prstGeom>
          <a:solidFill>
            <a:srgbClr val="FFFFFF"/>
          </a:solidFill>
          <a:ln w="10001">
            <a:solidFill>
              <a:srgbClr val="66879A"/>
            </a:solidFill>
            <a:prstDash val="solid"/>
          </a:ln>
        </p:spPr>
      </p:sp>
      <p:sp>
        <p:nvSpPr>
          <p:cNvPr id="48" name="FIG2_SHARED_DISTANCE__DENSE__NODE_5">
            <a:extLst>
              <a:ext uri="{FF2B5EF4-FFF2-40B4-BE49-F238E27FC236}">
                <a16:creationId xmlns:a16="http://schemas.microsoft.com/office/drawing/2014/main" id="{90E20121-2853-42AB-BE9A-E879DD3EF39D}"/>
              </a:ext>
            </a:extLst>
          </p:cNvPr>
          <p:cNvSpPr>
            <a:spLocks noGrp="1"/>
          </p:cNvSpPr>
          <p:nvPr/>
        </p:nvSpPr>
        <p:spPr>
          <a:xfrm>
            <a:off x="582835" y="2331053"/>
            <a:ext cx="44768" cy="44768"/>
          </a:xfrm>
          <a:prstGeom prst="ellipse">
            <a:avLst/>
          </a:prstGeom>
          <a:solidFill>
            <a:srgbClr val="FFFFFF"/>
          </a:solidFill>
          <a:ln w="10001">
            <a:solidFill>
              <a:srgbClr val="66879A"/>
            </a:solidFill>
            <a:prstDash val="solid"/>
          </a:ln>
        </p:spPr>
      </p:sp>
      <p:sp>
        <p:nvSpPr>
          <p:cNvPr id="49" name="FIG2_SHARED_DISTANCE__DENSE__NODE_6">
            <a:extLst>
              <a:ext uri="{FF2B5EF4-FFF2-40B4-BE49-F238E27FC236}">
                <a16:creationId xmlns:a16="http://schemas.microsoft.com/office/drawing/2014/main" id="{231DC3F6-C41B-44F0-A39D-C89EF7E8F9BE}"/>
              </a:ext>
            </a:extLst>
          </p:cNvPr>
          <p:cNvSpPr>
            <a:spLocks noGrp="1"/>
          </p:cNvSpPr>
          <p:nvPr/>
        </p:nvSpPr>
        <p:spPr>
          <a:xfrm>
            <a:off x="417100" y="2289143"/>
            <a:ext cx="44768" cy="44768"/>
          </a:xfrm>
          <a:prstGeom prst="ellipse">
            <a:avLst/>
          </a:prstGeom>
          <a:solidFill>
            <a:srgbClr val="FFFFFF"/>
          </a:solidFill>
          <a:ln w="10001">
            <a:solidFill>
              <a:srgbClr val="66879A"/>
            </a:solidFill>
            <a:prstDash val="solid"/>
          </a:ln>
        </p:spPr>
      </p:sp>
      <p:sp>
        <p:nvSpPr>
          <p:cNvPr id="50" name="FIG2_SHARED_DISTANCE">
            <a:extLst>
              <a:ext uri="{FF2B5EF4-FFF2-40B4-BE49-F238E27FC236}">
                <a16:creationId xmlns:a16="http://schemas.microsoft.com/office/drawing/2014/main" id="{BF7B5505-397E-49AC-AA57-8D1705F5F433}"/>
              </a:ext>
            </a:extLst>
          </p:cNvPr>
          <p:cNvSpPr>
            <a:spLocks noGrp="1"/>
          </p:cNvSpPr>
          <p:nvPr/>
        </p:nvSpPr>
        <p:spPr>
          <a:xfrm>
            <a:off x="1190625" y="1971675"/>
            <a:ext cx="638175" cy="48577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51" name="FIG2_SHARED_DISTANCE__EDGE_1">
            <a:extLst>
              <a:ext uri="{FF2B5EF4-FFF2-40B4-BE49-F238E27FC236}">
                <a16:creationId xmlns:a16="http://schemas.microsoft.com/office/drawing/2014/main" id="{C5AD1CED-7552-4D83-8BB4-210B63397DDA}"/>
              </a:ext>
            </a:extLst>
          </p:cNvPr>
          <p:cNvSpPr>
            <a:spLocks noGrp="1"/>
          </p:cNvSpPr>
          <p:nvPr/>
        </p:nvSpPr>
        <p:spPr>
          <a:xfrm flipV="1">
            <a:off x="1254443" y="2059115"/>
            <a:ext cx="114872" cy="165164"/>
          </a:xfrm>
          <a:prstGeom prst="line">
            <a:avLst/>
          </a:prstGeom>
          <a:noFill/>
          <a:ln w="20003">
            <a:solidFill>
              <a:srgbClr val="66879A"/>
            </a:solidFill>
            <a:prstDash val="solid"/>
          </a:ln>
        </p:spPr>
      </p:sp>
      <p:sp>
        <p:nvSpPr>
          <p:cNvPr id="52" name="FIG2_SHARED_DISTANCE__EDGE_2">
            <a:extLst>
              <a:ext uri="{FF2B5EF4-FFF2-40B4-BE49-F238E27FC236}">
                <a16:creationId xmlns:a16="http://schemas.microsoft.com/office/drawing/2014/main" id="{E19C3DF6-1C57-4F72-803C-1D8501FA60BB}"/>
              </a:ext>
            </a:extLst>
          </p:cNvPr>
          <p:cNvSpPr>
            <a:spLocks noGrp="1"/>
          </p:cNvSpPr>
          <p:nvPr/>
        </p:nvSpPr>
        <p:spPr>
          <a:xfrm>
            <a:off x="1254443" y="2224278"/>
            <a:ext cx="146780" cy="97155"/>
          </a:xfrm>
          <a:prstGeom prst="line">
            <a:avLst/>
          </a:prstGeom>
          <a:noFill/>
          <a:ln w="9525">
            <a:solidFill>
              <a:srgbClr val="66879A"/>
            </a:solidFill>
            <a:prstDash val="solid"/>
          </a:ln>
        </p:spPr>
      </p:sp>
      <p:sp>
        <p:nvSpPr>
          <p:cNvPr id="53" name="FIG2_SHARED_DISTANCE__EDGE_3">
            <a:extLst>
              <a:ext uri="{FF2B5EF4-FFF2-40B4-BE49-F238E27FC236}">
                <a16:creationId xmlns:a16="http://schemas.microsoft.com/office/drawing/2014/main" id="{D61B0DB3-1413-4628-A037-54881A4923D2}"/>
              </a:ext>
            </a:extLst>
          </p:cNvPr>
          <p:cNvSpPr>
            <a:spLocks noGrp="1"/>
          </p:cNvSpPr>
          <p:nvPr/>
        </p:nvSpPr>
        <p:spPr>
          <a:xfrm>
            <a:off x="1369314" y="2059115"/>
            <a:ext cx="159544" cy="34004"/>
          </a:xfrm>
          <a:prstGeom prst="line">
            <a:avLst/>
          </a:prstGeom>
          <a:noFill/>
          <a:ln w="16669">
            <a:solidFill>
              <a:srgbClr val="66879A"/>
            </a:solidFill>
            <a:prstDash val="solid"/>
          </a:ln>
        </p:spPr>
      </p:sp>
      <p:sp>
        <p:nvSpPr>
          <p:cNvPr id="54" name="FIG2_SHARED_DISTANCE__EDGE_4">
            <a:extLst>
              <a:ext uri="{FF2B5EF4-FFF2-40B4-BE49-F238E27FC236}">
                <a16:creationId xmlns:a16="http://schemas.microsoft.com/office/drawing/2014/main" id="{8087024A-2D1A-4EF7-A0F6-58DFA65C329B}"/>
              </a:ext>
            </a:extLst>
          </p:cNvPr>
          <p:cNvSpPr>
            <a:spLocks noGrp="1"/>
          </p:cNvSpPr>
          <p:nvPr/>
        </p:nvSpPr>
        <p:spPr>
          <a:xfrm>
            <a:off x="1369314" y="2059115"/>
            <a:ext cx="31909" cy="262318"/>
          </a:xfrm>
          <a:prstGeom prst="line">
            <a:avLst/>
          </a:prstGeom>
          <a:noFill/>
          <a:ln w="22860">
            <a:solidFill>
              <a:srgbClr val="66879A"/>
            </a:solidFill>
            <a:prstDash val="solid"/>
          </a:ln>
        </p:spPr>
      </p:sp>
      <p:sp>
        <p:nvSpPr>
          <p:cNvPr id="55" name="FIG2_SHARED_DISTANCE__EDGE_5">
            <a:extLst>
              <a:ext uri="{FF2B5EF4-FFF2-40B4-BE49-F238E27FC236}">
                <a16:creationId xmlns:a16="http://schemas.microsoft.com/office/drawing/2014/main" id="{003028D6-47FD-4014-A731-69A9A37519ED}"/>
              </a:ext>
            </a:extLst>
          </p:cNvPr>
          <p:cNvSpPr>
            <a:spLocks noGrp="1"/>
          </p:cNvSpPr>
          <p:nvPr/>
        </p:nvSpPr>
        <p:spPr>
          <a:xfrm flipH="1">
            <a:off x="1401223" y="2093119"/>
            <a:ext cx="127635" cy="228314"/>
          </a:xfrm>
          <a:prstGeom prst="line">
            <a:avLst/>
          </a:prstGeom>
          <a:noFill/>
          <a:ln w="10954">
            <a:solidFill>
              <a:srgbClr val="66879A"/>
            </a:solidFill>
            <a:prstDash val="solid"/>
          </a:ln>
        </p:spPr>
      </p:sp>
      <p:sp>
        <p:nvSpPr>
          <p:cNvPr id="56" name="FIG2_SHARED_DISTANCE__EDGE_6">
            <a:extLst>
              <a:ext uri="{FF2B5EF4-FFF2-40B4-BE49-F238E27FC236}">
                <a16:creationId xmlns:a16="http://schemas.microsoft.com/office/drawing/2014/main" id="{E09216EF-9607-46A7-97DC-2391B8D95D7F}"/>
              </a:ext>
            </a:extLst>
          </p:cNvPr>
          <p:cNvSpPr>
            <a:spLocks noGrp="1"/>
          </p:cNvSpPr>
          <p:nvPr/>
        </p:nvSpPr>
        <p:spPr>
          <a:xfrm flipH="1">
            <a:off x="1592675" y="2214563"/>
            <a:ext cx="121253" cy="155448"/>
          </a:xfrm>
          <a:prstGeom prst="line">
            <a:avLst/>
          </a:prstGeom>
          <a:noFill/>
          <a:ln w="18098">
            <a:solidFill>
              <a:srgbClr val="66879A"/>
            </a:solidFill>
            <a:prstDash val="solid"/>
          </a:ln>
        </p:spPr>
      </p:sp>
      <p:sp>
        <p:nvSpPr>
          <p:cNvPr id="57" name="FIG2_SHARED_DISTANCE__EDGE_7">
            <a:extLst>
              <a:ext uri="{FF2B5EF4-FFF2-40B4-BE49-F238E27FC236}">
                <a16:creationId xmlns:a16="http://schemas.microsoft.com/office/drawing/2014/main" id="{CB8ACEA0-BFA1-44E1-8791-98BA3F6B9526}"/>
              </a:ext>
            </a:extLst>
          </p:cNvPr>
          <p:cNvSpPr>
            <a:spLocks noGrp="1"/>
          </p:cNvSpPr>
          <p:nvPr/>
        </p:nvSpPr>
        <p:spPr>
          <a:xfrm flipH="1" flipV="1">
            <a:off x="1401223" y="2321433"/>
            <a:ext cx="191452" cy="48577"/>
          </a:xfrm>
          <a:prstGeom prst="line">
            <a:avLst/>
          </a:prstGeom>
          <a:noFill/>
          <a:ln w="11906">
            <a:solidFill>
              <a:srgbClr val="66879A"/>
            </a:solidFill>
            <a:prstDash val="solid"/>
          </a:ln>
        </p:spPr>
      </p:sp>
      <p:sp>
        <p:nvSpPr>
          <p:cNvPr id="58" name="FIG2_SHARED_DISTANCE__NODE_1">
            <a:extLst>
              <a:ext uri="{FF2B5EF4-FFF2-40B4-BE49-F238E27FC236}">
                <a16:creationId xmlns:a16="http://schemas.microsoft.com/office/drawing/2014/main" id="{E4FC1ED4-DE2D-43BE-A406-6256461C9F19}"/>
              </a:ext>
            </a:extLst>
          </p:cNvPr>
          <p:cNvSpPr>
            <a:spLocks noGrp="1"/>
          </p:cNvSpPr>
          <p:nvPr/>
        </p:nvSpPr>
        <p:spPr>
          <a:xfrm>
            <a:off x="1227772" y="2197608"/>
            <a:ext cx="53340" cy="53340"/>
          </a:xfrm>
          <a:prstGeom prst="ellipse">
            <a:avLst/>
          </a:prstGeom>
          <a:solidFill>
            <a:srgbClr val="FFFFFF"/>
          </a:solidFill>
          <a:ln w="10001">
            <a:solidFill>
              <a:srgbClr val="66879A"/>
            </a:solidFill>
            <a:prstDash val="solid"/>
          </a:ln>
        </p:spPr>
      </p:sp>
      <p:sp>
        <p:nvSpPr>
          <p:cNvPr id="59" name="FIG2_SHARED_DISTANCE__NODE_2">
            <a:extLst>
              <a:ext uri="{FF2B5EF4-FFF2-40B4-BE49-F238E27FC236}">
                <a16:creationId xmlns:a16="http://schemas.microsoft.com/office/drawing/2014/main" id="{E2191983-D7C5-4E74-8751-3B709697BBBE}"/>
              </a:ext>
            </a:extLst>
          </p:cNvPr>
          <p:cNvSpPr>
            <a:spLocks noGrp="1"/>
          </p:cNvSpPr>
          <p:nvPr/>
        </p:nvSpPr>
        <p:spPr>
          <a:xfrm>
            <a:off x="1342644" y="2032445"/>
            <a:ext cx="53340" cy="53340"/>
          </a:xfrm>
          <a:prstGeom prst="ellipse">
            <a:avLst/>
          </a:prstGeom>
          <a:solidFill>
            <a:srgbClr val="FFFFFF"/>
          </a:solidFill>
          <a:ln w="10001">
            <a:solidFill>
              <a:srgbClr val="66879A"/>
            </a:solidFill>
            <a:prstDash val="solid"/>
          </a:ln>
        </p:spPr>
      </p:sp>
      <p:sp>
        <p:nvSpPr>
          <p:cNvPr id="60" name="FIG2_SHARED_DISTANCE__NODE_3">
            <a:extLst>
              <a:ext uri="{FF2B5EF4-FFF2-40B4-BE49-F238E27FC236}">
                <a16:creationId xmlns:a16="http://schemas.microsoft.com/office/drawing/2014/main" id="{656DEDDB-C7AD-4957-9727-9909ED40FAB5}"/>
              </a:ext>
            </a:extLst>
          </p:cNvPr>
          <p:cNvSpPr>
            <a:spLocks noGrp="1"/>
          </p:cNvSpPr>
          <p:nvPr/>
        </p:nvSpPr>
        <p:spPr>
          <a:xfrm>
            <a:off x="1502188" y="2066449"/>
            <a:ext cx="53340" cy="53340"/>
          </a:xfrm>
          <a:prstGeom prst="ellipse">
            <a:avLst/>
          </a:prstGeom>
          <a:solidFill>
            <a:srgbClr val="FFFFFF"/>
          </a:solidFill>
          <a:ln w="10001">
            <a:solidFill>
              <a:srgbClr val="66879A"/>
            </a:solidFill>
            <a:prstDash val="solid"/>
          </a:ln>
        </p:spPr>
      </p:sp>
      <p:sp>
        <p:nvSpPr>
          <p:cNvPr id="61" name="FIG2_SHARED_DISTANCE__NODE_4">
            <a:extLst>
              <a:ext uri="{FF2B5EF4-FFF2-40B4-BE49-F238E27FC236}">
                <a16:creationId xmlns:a16="http://schemas.microsoft.com/office/drawing/2014/main" id="{BEF4EC05-FBB1-4480-B182-044E6515C363}"/>
              </a:ext>
            </a:extLst>
          </p:cNvPr>
          <p:cNvSpPr>
            <a:spLocks noGrp="1"/>
          </p:cNvSpPr>
          <p:nvPr/>
        </p:nvSpPr>
        <p:spPr>
          <a:xfrm>
            <a:off x="1687258" y="2187893"/>
            <a:ext cx="53340" cy="53340"/>
          </a:xfrm>
          <a:prstGeom prst="ellipse">
            <a:avLst/>
          </a:prstGeom>
          <a:solidFill>
            <a:srgbClr val="FFFFFF"/>
          </a:solidFill>
          <a:ln w="10001">
            <a:solidFill>
              <a:srgbClr val="66879A"/>
            </a:solidFill>
            <a:prstDash val="solid"/>
          </a:ln>
        </p:spPr>
      </p:sp>
      <p:sp>
        <p:nvSpPr>
          <p:cNvPr id="62" name="FIG2_SHARED_DISTANCE__NODE_5">
            <a:extLst>
              <a:ext uri="{FF2B5EF4-FFF2-40B4-BE49-F238E27FC236}">
                <a16:creationId xmlns:a16="http://schemas.microsoft.com/office/drawing/2014/main" id="{A59722DA-D7A4-4042-978C-E468DBF0EBF7}"/>
              </a:ext>
            </a:extLst>
          </p:cNvPr>
          <p:cNvSpPr>
            <a:spLocks noGrp="1"/>
          </p:cNvSpPr>
          <p:nvPr/>
        </p:nvSpPr>
        <p:spPr>
          <a:xfrm>
            <a:off x="1566005" y="2343341"/>
            <a:ext cx="53340" cy="53340"/>
          </a:xfrm>
          <a:prstGeom prst="ellipse">
            <a:avLst/>
          </a:prstGeom>
          <a:solidFill>
            <a:srgbClr val="FFFFFF"/>
          </a:solidFill>
          <a:ln w="10001">
            <a:solidFill>
              <a:srgbClr val="66879A"/>
            </a:solidFill>
            <a:prstDash val="solid"/>
          </a:ln>
        </p:spPr>
      </p:sp>
      <p:sp>
        <p:nvSpPr>
          <p:cNvPr id="63" name="FIG2_SHARED_DISTANCE__NODE_6">
            <a:extLst>
              <a:ext uri="{FF2B5EF4-FFF2-40B4-BE49-F238E27FC236}">
                <a16:creationId xmlns:a16="http://schemas.microsoft.com/office/drawing/2014/main" id="{FE28B129-980E-4F70-8C51-93B29E75FE14}"/>
              </a:ext>
            </a:extLst>
          </p:cNvPr>
          <p:cNvSpPr>
            <a:spLocks noGrp="1"/>
          </p:cNvSpPr>
          <p:nvPr/>
        </p:nvSpPr>
        <p:spPr>
          <a:xfrm>
            <a:off x="1374553" y="2294763"/>
            <a:ext cx="53340" cy="53340"/>
          </a:xfrm>
          <a:prstGeom prst="ellipse">
            <a:avLst/>
          </a:prstGeom>
          <a:solidFill>
            <a:srgbClr val="FFFFFF"/>
          </a:solidFill>
          <a:ln w="10001">
            <a:solidFill>
              <a:srgbClr val="66879A"/>
            </a:solidFill>
            <a:prstDash val="solid"/>
          </a:ln>
        </p:spPr>
      </p:sp>
      <p:cxnSp>
        <p:nvCxnSpPr>
          <p:cNvPr id="480" name="FIG2_SHARED_DISTANCE__SPARSIFY"/>
          <p:cNvCxnSpPr>
            <a:stCxn id="28" idx="3"/>
            <a:endCxn id="50" idx="1"/>
          </p:cNvCxnSpPr>
          <p:nvPr/>
        </p:nvCxnSpPr>
        <p:spPr>
          <a:xfrm flipV="1">
            <a:off x="809625" y="2214563"/>
            <a:ext cx="381000" cy="4763"/>
          </a:xfrm>
          <a:prstGeom prst="straightConnector1">
            <a:avLst/>
          </a:prstGeom>
          <a:ln w="15240">
            <a:solidFill>
              <a:srgbClr val="66879A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65" name="FIG2_SHARED_DISTANCE__K">
            <a:extLst>
              <a:ext uri="{FF2B5EF4-FFF2-40B4-BE49-F238E27FC236}">
                <a16:creationId xmlns:a16="http://schemas.microsoft.com/office/drawing/2014/main" id="{9D22EF13-4AF1-46D6-99E8-3FC57F0966A9}"/>
              </a:ext>
            </a:extLst>
          </p:cNvPr>
          <p:cNvSpPr>
            <a:spLocks noGrp="1"/>
          </p:cNvSpPr>
          <p:nvPr/>
        </p:nvSpPr>
        <p:spPr>
          <a:xfrm>
            <a:off x="838200" y="1943100"/>
            <a:ext cx="3429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288" tIns="4763" rIns="14288" bIns="4763" anchor="ctr">
            <a:noAutofit/>
          </a:bodyPr>
          <a:lstStyle/>
          <a:p>
            <a:pPr algn="ctr">
              <a:defRPr sz="1020" b="0" i="0">
                <a:solidFill>
                  <a:srgbClr val="5D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0" b="0" i="0">
                <a:solidFill>
                  <a:srgbClr val="5D7280"/>
                </a:solidFill>
                <a:latin typeface="Times New Roman"/>
                <a:ea typeface="Times New Roman"/>
                <a:cs typeface="Times New Roman"/>
              </a:rPr>
              <a:t>K=5</a:t>
            </a:r>
          </a:p>
        </p:txBody>
      </p:sp>
      <p:sp>
        <p:nvSpPr>
          <p:cNvPr id="66" name="FIG2_SHARED_DISTANCE__ROW_NORM">
            <a:extLst>
              <a:ext uri="{FF2B5EF4-FFF2-40B4-BE49-F238E27FC236}">
                <a16:creationId xmlns:a16="http://schemas.microsoft.com/office/drawing/2014/main" id="{5335395B-ACC1-40EB-90B4-CE01A1596DA0}"/>
              </a:ext>
            </a:extLst>
          </p:cNvPr>
          <p:cNvSpPr>
            <a:spLocks noGrp="1"/>
          </p:cNvSpPr>
          <p:nvPr/>
        </p:nvSpPr>
        <p:spPr>
          <a:xfrm>
            <a:off x="762000" y="2466975"/>
            <a:ext cx="9620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288" tIns="4763" rIns="14288" bIns="4763" anchor="ctr">
            <a:noAutofit/>
          </a:bodyPr>
          <a:lstStyle/>
          <a:p>
            <a:pPr algn="ctr">
              <a:defRPr sz="1100" b="0" i="0">
                <a:solidFill>
                  <a:srgbClr val="5D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0" i="0">
                <a:solidFill>
                  <a:srgbClr val="5D7280"/>
                </a:solidFill>
                <a:latin typeface="Times New Roman"/>
                <a:ea typeface="Times New Roman"/>
                <a:cs typeface="Times New Roman"/>
              </a:rPr>
              <a:t>RN</a:t>
            </a:r>
          </a:p>
        </p:txBody>
      </p:sp>
      <p:sp>
        <p:nvSpPr>
          <p:cNvPr id="67" name="FIG2_SHARED_DISTANCE__LABEL">
            <a:extLst>
              <a:ext uri="{FF2B5EF4-FFF2-40B4-BE49-F238E27FC236}">
                <a16:creationId xmlns:a16="http://schemas.microsoft.com/office/drawing/2014/main" id="{941766F6-0144-4C18-8E08-36588E484134}"/>
              </a:ext>
            </a:extLst>
          </p:cNvPr>
          <p:cNvSpPr>
            <a:spLocks noGrp="1"/>
          </p:cNvSpPr>
          <p:nvPr/>
        </p:nvSpPr>
        <p:spPr>
          <a:xfrm>
            <a:off x="1104900" y="2667000"/>
            <a:ext cx="800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288" tIns="4763" rIns="14288" bIns="4763" anchor="ctr">
            <a:noAutofit/>
          </a:bodyPr>
          <a:lstStyle/>
          <a:p>
            <a:pPr algn="ctr">
              <a:def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Distance</a:t>
            </a:r>
          </a:p>
          <a:p>
            <a:pPr algn="ctr">
              <a:def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Graph</a:t>
            </a:r>
          </a:p>
        </p:txBody>
      </p:sp>
      <p:sp>
        <p:nvSpPr>
          <p:cNvPr id="68" name="FIG2_MACRO_STREAM__LANE">
            <a:extLst>
              <a:ext uri="{FF2B5EF4-FFF2-40B4-BE49-F238E27FC236}">
                <a16:creationId xmlns:a16="http://schemas.microsoft.com/office/drawing/2014/main" id="{53A8881E-4538-4598-B0B7-750B960D7E3D}"/>
              </a:ext>
            </a:extLst>
          </p:cNvPr>
          <p:cNvSpPr>
            <a:spLocks noGrp="1"/>
          </p:cNvSpPr>
          <p:nvPr/>
        </p:nvSpPr>
        <p:spPr>
          <a:xfrm>
            <a:off x="2667000" y="771525"/>
            <a:ext cx="8667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288" tIns="4763" rIns="14288" bIns="4763" anchor="ctr">
            <a:normAutofit fontScale="81730"/>
          </a:bodyPr>
          <a:lstStyle/>
          <a:p>
            <a:pPr algn="l">
              <a:defRPr sz="1300" b="0" i="0">
                <a:solidFill>
                  <a:srgbClr val="3E8F8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 b="0" i="0">
                <a:solidFill>
                  <a:srgbClr val="3E8F8A"/>
                </a:solidFill>
                <a:latin typeface="Times New Roman"/>
                <a:ea typeface="Times New Roman"/>
                <a:cs typeface="Times New Roman"/>
              </a:rPr>
              <a:t>Macro</a:t>
            </a:r>
          </a:p>
        </p:txBody>
      </p:sp>
      <p:sp>
        <p:nvSpPr>
          <p:cNvPr id="69" name="FIG2_MACRO_STREAM__INPUT">
            <a:extLst>
              <a:ext uri="{FF2B5EF4-FFF2-40B4-BE49-F238E27FC236}">
                <a16:creationId xmlns:a16="http://schemas.microsoft.com/office/drawing/2014/main" id="{2940B54C-35E6-4290-B04A-EBD581105157}"/>
              </a:ext>
            </a:extLst>
          </p:cNvPr>
          <p:cNvSpPr>
            <a:spLocks noGrp="1"/>
          </p:cNvSpPr>
          <p:nvPr/>
        </p:nvSpPr>
        <p:spPr>
          <a:xfrm>
            <a:off x="2019300" y="1057275"/>
            <a:ext cx="495300" cy="371475"/>
          </a:xfrm>
          <a:prstGeom prst="roundRect">
            <a:avLst>
              <a:gd name="adj" fmla="val 20513"/>
            </a:avLst>
          </a:prstGeom>
          <a:solidFill>
            <a:srgbClr val="E6F3F1"/>
          </a:solidFill>
          <a:ln w="8573">
            <a:solidFill>
              <a:srgbClr val="3E8F8A"/>
            </a:solidFill>
            <a:prstDash val="solid"/>
          </a:ln>
        </p:spPr>
      </p:sp>
      <p:sp>
        <p:nvSpPr>
          <p:cNvPr id="70" name="FIG2_MACRO_STREAM__INPUT__WAVE_1">
            <a:extLst>
              <a:ext uri="{FF2B5EF4-FFF2-40B4-BE49-F238E27FC236}">
                <a16:creationId xmlns:a16="http://schemas.microsoft.com/office/drawing/2014/main" id="{E173FB45-DB8C-47A5-B654-49E60CFC5783}"/>
              </a:ext>
            </a:extLst>
          </p:cNvPr>
          <p:cNvSpPr>
            <a:spLocks noGrp="1"/>
          </p:cNvSpPr>
          <p:nvPr/>
        </p:nvSpPr>
        <p:spPr>
          <a:xfrm flipV="1">
            <a:off x="2066925" y="1254824"/>
            <a:ext cx="50006" cy="38386"/>
          </a:xfrm>
          <a:prstGeom prst="line">
            <a:avLst/>
          </a:prstGeom>
          <a:noFill/>
          <a:ln w="12859">
            <a:solidFill>
              <a:srgbClr val="3E8F8A"/>
            </a:solidFill>
            <a:prstDash val="solid"/>
          </a:ln>
        </p:spPr>
      </p:sp>
      <p:sp>
        <p:nvSpPr>
          <p:cNvPr id="71" name="FIG2_MACRO_STREAM__INPUT__WAVE_2">
            <a:extLst>
              <a:ext uri="{FF2B5EF4-FFF2-40B4-BE49-F238E27FC236}">
                <a16:creationId xmlns:a16="http://schemas.microsoft.com/office/drawing/2014/main" id="{A1386025-1F7F-4955-BA3F-2D94E1972513}"/>
              </a:ext>
            </a:extLst>
          </p:cNvPr>
          <p:cNvSpPr>
            <a:spLocks noGrp="1"/>
          </p:cNvSpPr>
          <p:nvPr/>
        </p:nvSpPr>
        <p:spPr>
          <a:xfrm flipV="1">
            <a:off x="2116931" y="1213485"/>
            <a:ext cx="50006" cy="41339"/>
          </a:xfrm>
          <a:prstGeom prst="line">
            <a:avLst/>
          </a:prstGeom>
          <a:noFill/>
          <a:ln w="12859">
            <a:solidFill>
              <a:srgbClr val="3E8F8A"/>
            </a:solidFill>
            <a:prstDash val="solid"/>
          </a:ln>
        </p:spPr>
      </p:sp>
      <p:sp>
        <p:nvSpPr>
          <p:cNvPr id="72" name="FIG2_MACRO_STREAM__INPUT__WAVE_3">
            <a:extLst>
              <a:ext uri="{FF2B5EF4-FFF2-40B4-BE49-F238E27FC236}">
                <a16:creationId xmlns:a16="http://schemas.microsoft.com/office/drawing/2014/main" id="{0AA57716-30D1-4A67-AF72-89C666CEE33F}"/>
              </a:ext>
            </a:extLst>
          </p:cNvPr>
          <p:cNvSpPr>
            <a:spLocks noGrp="1"/>
          </p:cNvSpPr>
          <p:nvPr/>
        </p:nvSpPr>
        <p:spPr>
          <a:xfrm flipV="1">
            <a:off x="2166938" y="1186910"/>
            <a:ext cx="50006" cy="26575"/>
          </a:xfrm>
          <a:prstGeom prst="line">
            <a:avLst/>
          </a:prstGeom>
          <a:noFill/>
          <a:ln w="12859">
            <a:solidFill>
              <a:srgbClr val="3E8F8A"/>
            </a:solidFill>
            <a:prstDash val="solid"/>
          </a:ln>
        </p:spPr>
      </p:sp>
      <p:sp>
        <p:nvSpPr>
          <p:cNvPr id="73" name="FIG2_MACRO_STREAM__INPUT__WAVE_4">
            <a:extLst>
              <a:ext uri="{FF2B5EF4-FFF2-40B4-BE49-F238E27FC236}">
                <a16:creationId xmlns:a16="http://schemas.microsoft.com/office/drawing/2014/main" id="{1A90C90E-41F8-44B8-BD9E-F3CA907C5425}"/>
              </a:ext>
            </a:extLst>
          </p:cNvPr>
          <p:cNvSpPr>
            <a:spLocks noGrp="1"/>
          </p:cNvSpPr>
          <p:nvPr/>
        </p:nvSpPr>
        <p:spPr>
          <a:xfrm flipV="1">
            <a:off x="2216944" y="1178052"/>
            <a:ext cx="50006" cy="8858"/>
          </a:xfrm>
          <a:prstGeom prst="line">
            <a:avLst/>
          </a:prstGeom>
          <a:noFill/>
          <a:ln w="12859">
            <a:solidFill>
              <a:srgbClr val="3E8F8A"/>
            </a:solidFill>
            <a:prstDash val="solid"/>
          </a:ln>
        </p:spPr>
      </p:sp>
      <p:sp>
        <p:nvSpPr>
          <p:cNvPr id="74" name="FIG2_MACRO_STREAM__INPUT__WAVE_5">
            <a:extLst>
              <a:ext uri="{FF2B5EF4-FFF2-40B4-BE49-F238E27FC236}">
                <a16:creationId xmlns:a16="http://schemas.microsoft.com/office/drawing/2014/main" id="{48F96186-0DF5-431C-A1AD-8E06CC1EB178}"/>
              </a:ext>
            </a:extLst>
          </p:cNvPr>
          <p:cNvSpPr>
            <a:spLocks noGrp="1"/>
          </p:cNvSpPr>
          <p:nvPr/>
        </p:nvSpPr>
        <p:spPr>
          <a:xfrm>
            <a:off x="2266950" y="1178052"/>
            <a:ext cx="50006" cy="20669"/>
          </a:xfrm>
          <a:prstGeom prst="line">
            <a:avLst/>
          </a:prstGeom>
          <a:noFill/>
          <a:ln w="12859">
            <a:solidFill>
              <a:srgbClr val="3E8F8A"/>
            </a:solidFill>
            <a:prstDash val="solid"/>
          </a:ln>
        </p:spPr>
      </p:sp>
      <p:sp>
        <p:nvSpPr>
          <p:cNvPr id="75" name="FIG2_MACRO_STREAM__INPUT__WAVE_6">
            <a:extLst>
              <a:ext uri="{FF2B5EF4-FFF2-40B4-BE49-F238E27FC236}">
                <a16:creationId xmlns:a16="http://schemas.microsoft.com/office/drawing/2014/main" id="{F1F2BA81-81A4-4799-A687-0694B448DC73}"/>
              </a:ext>
            </a:extLst>
          </p:cNvPr>
          <p:cNvSpPr>
            <a:spLocks noGrp="1"/>
          </p:cNvSpPr>
          <p:nvPr/>
        </p:nvSpPr>
        <p:spPr>
          <a:xfrm>
            <a:off x="2316956" y="1198721"/>
            <a:ext cx="50006" cy="38386"/>
          </a:xfrm>
          <a:prstGeom prst="line">
            <a:avLst/>
          </a:prstGeom>
          <a:noFill/>
          <a:ln w="12859">
            <a:solidFill>
              <a:srgbClr val="3E8F8A"/>
            </a:solidFill>
            <a:prstDash val="solid"/>
          </a:ln>
        </p:spPr>
      </p:sp>
      <p:sp>
        <p:nvSpPr>
          <p:cNvPr id="76" name="FIG2_MACRO_STREAM__INPUT__WAVE_7">
            <a:extLst>
              <a:ext uri="{FF2B5EF4-FFF2-40B4-BE49-F238E27FC236}">
                <a16:creationId xmlns:a16="http://schemas.microsoft.com/office/drawing/2014/main" id="{02A1E7C9-62B4-45B6-A683-F4CBB72D4F5F}"/>
              </a:ext>
            </a:extLst>
          </p:cNvPr>
          <p:cNvSpPr>
            <a:spLocks noGrp="1"/>
          </p:cNvSpPr>
          <p:nvPr/>
        </p:nvSpPr>
        <p:spPr>
          <a:xfrm>
            <a:off x="2366963" y="1237107"/>
            <a:ext cx="50006" cy="26575"/>
          </a:xfrm>
          <a:prstGeom prst="line">
            <a:avLst/>
          </a:prstGeom>
          <a:noFill/>
          <a:ln w="12859">
            <a:solidFill>
              <a:srgbClr val="3E8F8A"/>
            </a:solidFill>
            <a:prstDash val="solid"/>
          </a:ln>
        </p:spPr>
      </p:sp>
      <p:sp>
        <p:nvSpPr>
          <p:cNvPr id="77" name="FIG2_MACRO_STREAM__INPUT__WAVE_8">
            <a:extLst>
              <a:ext uri="{FF2B5EF4-FFF2-40B4-BE49-F238E27FC236}">
                <a16:creationId xmlns:a16="http://schemas.microsoft.com/office/drawing/2014/main" id="{BD559B7F-A8AF-46D7-968A-258241E9F59A}"/>
              </a:ext>
            </a:extLst>
          </p:cNvPr>
          <p:cNvSpPr>
            <a:spLocks noGrp="1"/>
          </p:cNvSpPr>
          <p:nvPr/>
        </p:nvSpPr>
        <p:spPr>
          <a:xfrm flipV="1">
            <a:off x="2416969" y="1243013"/>
            <a:ext cx="50006" cy="20669"/>
          </a:xfrm>
          <a:prstGeom prst="line">
            <a:avLst/>
          </a:prstGeom>
          <a:noFill/>
          <a:ln w="12859">
            <a:solidFill>
              <a:srgbClr val="3E8F8A"/>
            </a:solidFill>
            <a:prstDash val="solid"/>
          </a:ln>
        </p:spPr>
      </p:sp>
      <p:sp>
        <p:nvSpPr>
          <p:cNvPr id="78" name="FIG2_MACRO_STREAM__INPUT_LABEL">
            <a:extLst>
              <a:ext uri="{FF2B5EF4-FFF2-40B4-BE49-F238E27FC236}">
                <a16:creationId xmlns:a16="http://schemas.microsoft.com/office/drawing/2014/main" id="{6C691F2C-B73B-48FE-A00D-6C9117F84E1A}"/>
              </a:ext>
            </a:extLst>
          </p:cNvPr>
          <p:cNvSpPr>
            <a:spLocks noGrp="1"/>
          </p:cNvSpPr>
          <p:nvPr/>
        </p:nvSpPr>
        <p:spPr>
          <a:xfrm>
            <a:off x="1943100" y="742950"/>
            <a:ext cx="685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288" tIns="4763" rIns="14288" bIns="4763" anchor="ctr">
            <a:noAutofit/>
          </a:bodyPr>
          <a:lstStyle/>
          <a:p>
            <a:pPr algn="ctr">
              <a:defRPr sz="110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Train-only</a:t>
            </a:r>
          </a:p>
          <a:p>
            <a:pPr algn="ctr">
              <a:defRPr sz="110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Patv_raw</a:t>
            </a:r>
          </a:p>
        </p:txBody>
      </p:sp>
      <p:sp>
        <p:nvSpPr>
          <p:cNvPr id="79" name="FIG2_MACRO_STREAM__TREND">
            <a:extLst>
              <a:ext uri="{FF2B5EF4-FFF2-40B4-BE49-F238E27FC236}">
                <a16:creationId xmlns:a16="http://schemas.microsoft.com/office/drawing/2014/main" id="{68724D13-AA21-4AF3-867E-2E1B89879544}"/>
              </a:ext>
            </a:extLst>
          </p:cNvPr>
          <p:cNvSpPr>
            <a:spLocks noGrp="1"/>
          </p:cNvSpPr>
          <p:nvPr/>
        </p:nvSpPr>
        <p:spPr>
          <a:xfrm>
            <a:off x="2657475" y="1038225"/>
            <a:ext cx="381000" cy="4000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80" name="FIG2_MACRO_STREAM__TREND__RAW_1">
            <a:extLst>
              <a:ext uri="{FF2B5EF4-FFF2-40B4-BE49-F238E27FC236}">
                <a16:creationId xmlns:a16="http://schemas.microsoft.com/office/drawing/2014/main" id="{9024AB93-1756-4985-A2B4-AA461DBB9BFD}"/>
              </a:ext>
            </a:extLst>
          </p:cNvPr>
          <p:cNvSpPr>
            <a:spLocks noGrp="1"/>
          </p:cNvSpPr>
          <p:nvPr/>
        </p:nvSpPr>
        <p:spPr>
          <a:xfrm flipV="1">
            <a:off x="2657475" y="1107681"/>
            <a:ext cx="47625" cy="61208"/>
          </a:xfrm>
          <a:prstGeom prst="line">
            <a:avLst/>
          </a:prstGeom>
          <a:noFill/>
          <a:ln w="7144">
            <a:solidFill>
              <a:srgbClr val="B7BEC4"/>
            </a:solidFill>
            <a:prstDash val="solid"/>
          </a:ln>
        </p:spPr>
      </p:sp>
      <p:sp>
        <p:nvSpPr>
          <p:cNvPr id="81" name="FIG2_MACRO_STREAM__TREND__RAW_2">
            <a:extLst>
              <a:ext uri="{FF2B5EF4-FFF2-40B4-BE49-F238E27FC236}">
                <a16:creationId xmlns:a16="http://schemas.microsoft.com/office/drawing/2014/main" id="{A6BC7634-4E4E-4A86-8BB4-56FAA8737FCD}"/>
              </a:ext>
            </a:extLst>
          </p:cNvPr>
          <p:cNvSpPr>
            <a:spLocks noGrp="1"/>
          </p:cNvSpPr>
          <p:nvPr/>
        </p:nvSpPr>
        <p:spPr>
          <a:xfrm>
            <a:off x="2705100" y="1107681"/>
            <a:ext cx="47625" cy="72009"/>
          </a:xfrm>
          <a:prstGeom prst="line">
            <a:avLst/>
          </a:prstGeom>
          <a:noFill/>
          <a:ln w="7144">
            <a:solidFill>
              <a:srgbClr val="B7BEC4"/>
            </a:solidFill>
            <a:prstDash val="solid"/>
          </a:ln>
        </p:spPr>
      </p:sp>
      <p:sp>
        <p:nvSpPr>
          <p:cNvPr id="82" name="FIG2_MACRO_STREAM__TREND__RAW_3">
            <a:extLst>
              <a:ext uri="{FF2B5EF4-FFF2-40B4-BE49-F238E27FC236}">
                <a16:creationId xmlns:a16="http://schemas.microsoft.com/office/drawing/2014/main" id="{E5102DA5-4732-471F-87E2-2E5B01CC6961}"/>
              </a:ext>
            </a:extLst>
          </p:cNvPr>
          <p:cNvSpPr>
            <a:spLocks noGrp="1"/>
          </p:cNvSpPr>
          <p:nvPr/>
        </p:nvSpPr>
        <p:spPr>
          <a:xfrm flipV="1">
            <a:off x="2752725" y="1125684"/>
            <a:ext cx="47625" cy="54007"/>
          </a:xfrm>
          <a:prstGeom prst="line">
            <a:avLst/>
          </a:prstGeom>
          <a:noFill/>
          <a:ln w="7144">
            <a:solidFill>
              <a:srgbClr val="B7BEC4"/>
            </a:solidFill>
            <a:prstDash val="solid"/>
          </a:ln>
        </p:spPr>
      </p:sp>
      <p:sp>
        <p:nvSpPr>
          <p:cNvPr id="83" name="FIG2_MACRO_STREAM__TREND__RAW_4">
            <a:extLst>
              <a:ext uri="{FF2B5EF4-FFF2-40B4-BE49-F238E27FC236}">
                <a16:creationId xmlns:a16="http://schemas.microsoft.com/office/drawing/2014/main" id="{010BE911-C3F0-4C2A-9392-5DE0AF2BE618}"/>
              </a:ext>
            </a:extLst>
          </p:cNvPr>
          <p:cNvSpPr>
            <a:spLocks noGrp="1"/>
          </p:cNvSpPr>
          <p:nvPr/>
        </p:nvSpPr>
        <p:spPr>
          <a:xfrm>
            <a:off x="2800350" y="1125684"/>
            <a:ext cx="47625" cy="34204"/>
          </a:xfrm>
          <a:prstGeom prst="line">
            <a:avLst/>
          </a:prstGeom>
          <a:noFill/>
          <a:ln w="7144">
            <a:solidFill>
              <a:srgbClr val="B7BEC4"/>
            </a:solidFill>
            <a:prstDash val="solid"/>
          </a:ln>
        </p:spPr>
      </p:sp>
      <p:sp>
        <p:nvSpPr>
          <p:cNvPr id="84" name="FIG2_MACRO_STREAM__TREND__RAW_5">
            <a:extLst>
              <a:ext uri="{FF2B5EF4-FFF2-40B4-BE49-F238E27FC236}">
                <a16:creationId xmlns:a16="http://schemas.microsoft.com/office/drawing/2014/main" id="{B49DB013-AD1C-4FD6-82FD-FD711519822E}"/>
              </a:ext>
            </a:extLst>
          </p:cNvPr>
          <p:cNvSpPr>
            <a:spLocks noGrp="1"/>
          </p:cNvSpPr>
          <p:nvPr/>
        </p:nvSpPr>
        <p:spPr>
          <a:xfrm flipV="1">
            <a:off x="2847975" y="1100480"/>
            <a:ext cx="47625" cy="59407"/>
          </a:xfrm>
          <a:prstGeom prst="line">
            <a:avLst/>
          </a:prstGeom>
          <a:noFill/>
          <a:ln w="7144">
            <a:solidFill>
              <a:srgbClr val="B7BEC4"/>
            </a:solidFill>
            <a:prstDash val="solid"/>
          </a:ln>
        </p:spPr>
      </p:sp>
      <p:sp>
        <p:nvSpPr>
          <p:cNvPr id="85" name="FIG2_MACRO_STREAM__TREND__RAW_6">
            <a:extLst>
              <a:ext uri="{FF2B5EF4-FFF2-40B4-BE49-F238E27FC236}">
                <a16:creationId xmlns:a16="http://schemas.microsoft.com/office/drawing/2014/main" id="{57216B90-4832-42F0-8701-13513D8283C1}"/>
              </a:ext>
            </a:extLst>
          </p:cNvPr>
          <p:cNvSpPr>
            <a:spLocks noGrp="1"/>
          </p:cNvSpPr>
          <p:nvPr/>
        </p:nvSpPr>
        <p:spPr>
          <a:xfrm>
            <a:off x="2895600" y="1100480"/>
            <a:ext cx="47625" cy="50406"/>
          </a:xfrm>
          <a:prstGeom prst="line">
            <a:avLst/>
          </a:prstGeom>
          <a:noFill/>
          <a:ln w="7144">
            <a:solidFill>
              <a:srgbClr val="B7BEC4"/>
            </a:solidFill>
            <a:prstDash val="solid"/>
          </a:ln>
        </p:spPr>
      </p:sp>
      <p:sp>
        <p:nvSpPr>
          <p:cNvPr id="86" name="FIG2_MACRO_STREAM__TREND__RAW_7">
            <a:extLst>
              <a:ext uri="{FF2B5EF4-FFF2-40B4-BE49-F238E27FC236}">
                <a16:creationId xmlns:a16="http://schemas.microsoft.com/office/drawing/2014/main" id="{E660FB5F-39A3-4526-BF64-D7C7FE126074}"/>
              </a:ext>
            </a:extLst>
          </p:cNvPr>
          <p:cNvSpPr>
            <a:spLocks noGrp="1"/>
          </p:cNvSpPr>
          <p:nvPr/>
        </p:nvSpPr>
        <p:spPr>
          <a:xfrm flipV="1">
            <a:off x="2943225" y="1116682"/>
            <a:ext cx="47625" cy="34204"/>
          </a:xfrm>
          <a:prstGeom prst="line">
            <a:avLst/>
          </a:prstGeom>
          <a:noFill/>
          <a:ln w="7144">
            <a:solidFill>
              <a:srgbClr val="B7BEC4"/>
            </a:solidFill>
            <a:prstDash val="solid"/>
          </a:ln>
        </p:spPr>
      </p:sp>
      <p:sp>
        <p:nvSpPr>
          <p:cNvPr id="87" name="FIG2_MACRO_STREAM__TREND__RAW_8">
            <a:extLst>
              <a:ext uri="{FF2B5EF4-FFF2-40B4-BE49-F238E27FC236}">
                <a16:creationId xmlns:a16="http://schemas.microsoft.com/office/drawing/2014/main" id="{70409F70-AEA4-459A-A8B9-57B388C8C657}"/>
              </a:ext>
            </a:extLst>
          </p:cNvPr>
          <p:cNvSpPr>
            <a:spLocks noGrp="1"/>
          </p:cNvSpPr>
          <p:nvPr/>
        </p:nvSpPr>
        <p:spPr>
          <a:xfrm>
            <a:off x="2990850" y="1116682"/>
            <a:ext cx="47625" cy="12602"/>
          </a:xfrm>
          <a:prstGeom prst="line">
            <a:avLst/>
          </a:prstGeom>
          <a:noFill/>
          <a:ln w="7144">
            <a:solidFill>
              <a:srgbClr val="B7BEC4"/>
            </a:solidFill>
            <a:prstDash val="solid"/>
          </a:ln>
        </p:spPr>
      </p:sp>
      <p:sp>
        <p:nvSpPr>
          <p:cNvPr id="88" name="FIG2_MACRO_STREAM__TREND__TREND_1">
            <a:extLst>
              <a:ext uri="{FF2B5EF4-FFF2-40B4-BE49-F238E27FC236}">
                <a16:creationId xmlns:a16="http://schemas.microsoft.com/office/drawing/2014/main" id="{7F8877B3-A805-40DB-8859-7875D87398B8}"/>
              </a:ext>
            </a:extLst>
          </p:cNvPr>
          <p:cNvSpPr>
            <a:spLocks noGrp="1"/>
          </p:cNvSpPr>
          <p:nvPr/>
        </p:nvSpPr>
        <p:spPr>
          <a:xfrm flipV="1">
            <a:off x="2657475" y="1307459"/>
            <a:ext cx="47625" cy="10801"/>
          </a:xfrm>
          <a:prstGeom prst="line">
            <a:avLst/>
          </a:prstGeom>
          <a:noFill/>
          <a:ln w="17145">
            <a:solidFill>
              <a:srgbClr val="3E8F8A"/>
            </a:solidFill>
            <a:prstDash val="solid"/>
          </a:ln>
        </p:spPr>
      </p:sp>
      <p:sp>
        <p:nvSpPr>
          <p:cNvPr id="89" name="FIG2_MACRO_STREAM__TREND__TREND_2">
            <a:extLst>
              <a:ext uri="{FF2B5EF4-FFF2-40B4-BE49-F238E27FC236}">
                <a16:creationId xmlns:a16="http://schemas.microsoft.com/office/drawing/2014/main" id="{7DD27223-C97E-4545-A082-1211224311E8}"/>
              </a:ext>
            </a:extLst>
          </p:cNvPr>
          <p:cNvSpPr>
            <a:spLocks noGrp="1"/>
          </p:cNvSpPr>
          <p:nvPr/>
        </p:nvSpPr>
        <p:spPr>
          <a:xfrm flipV="1">
            <a:off x="2705100" y="1298458"/>
            <a:ext cx="47625" cy="9001"/>
          </a:xfrm>
          <a:prstGeom prst="line">
            <a:avLst/>
          </a:prstGeom>
          <a:noFill/>
          <a:ln w="17145">
            <a:solidFill>
              <a:srgbClr val="3E8F8A"/>
            </a:solidFill>
            <a:prstDash val="solid"/>
          </a:ln>
        </p:spPr>
      </p:sp>
      <p:sp>
        <p:nvSpPr>
          <p:cNvPr id="90" name="FIG2_MACRO_STREAM__TREND__TREND_3">
            <a:extLst>
              <a:ext uri="{FF2B5EF4-FFF2-40B4-BE49-F238E27FC236}">
                <a16:creationId xmlns:a16="http://schemas.microsoft.com/office/drawing/2014/main" id="{4A62BC80-E7F1-4F2A-86A4-36322F1368C8}"/>
              </a:ext>
            </a:extLst>
          </p:cNvPr>
          <p:cNvSpPr>
            <a:spLocks noGrp="1"/>
          </p:cNvSpPr>
          <p:nvPr/>
        </p:nvSpPr>
        <p:spPr>
          <a:xfrm flipV="1">
            <a:off x="2752725" y="1289456"/>
            <a:ext cx="47625" cy="9001"/>
          </a:xfrm>
          <a:prstGeom prst="line">
            <a:avLst/>
          </a:prstGeom>
          <a:noFill/>
          <a:ln w="17145">
            <a:solidFill>
              <a:srgbClr val="3E8F8A"/>
            </a:solidFill>
            <a:prstDash val="solid"/>
          </a:ln>
        </p:spPr>
      </p:sp>
      <p:sp>
        <p:nvSpPr>
          <p:cNvPr id="91" name="FIG2_MACRO_STREAM__TREND__TREND_4">
            <a:extLst>
              <a:ext uri="{FF2B5EF4-FFF2-40B4-BE49-F238E27FC236}">
                <a16:creationId xmlns:a16="http://schemas.microsoft.com/office/drawing/2014/main" id="{7538F649-8C6D-4F0E-B29E-44E27F9C5BE4}"/>
              </a:ext>
            </a:extLst>
          </p:cNvPr>
          <p:cNvSpPr>
            <a:spLocks noGrp="1"/>
          </p:cNvSpPr>
          <p:nvPr/>
        </p:nvSpPr>
        <p:spPr>
          <a:xfrm flipV="1">
            <a:off x="2800350" y="1280455"/>
            <a:ext cx="47625" cy="9001"/>
          </a:xfrm>
          <a:prstGeom prst="line">
            <a:avLst/>
          </a:prstGeom>
          <a:noFill/>
          <a:ln w="17145">
            <a:solidFill>
              <a:srgbClr val="3E8F8A"/>
            </a:solidFill>
            <a:prstDash val="solid"/>
          </a:ln>
        </p:spPr>
      </p:sp>
      <p:sp>
        <p:nvSpPr>
          <p:cNvPr id="92" name="FIG2_MACRO_STREAM__TREND__TREND_5">
            <a:extLst>
              <a:ext uri="{FF2B5EF4-FFF2-40B4-BE49-F238E27FC236}">
                <a16:creationId xmlns:a16="http://schemas.microsoft.com/office/drawing/2014/main" id="{D52AAC9E-1CC2-4648-B566-92E3264A7AF6}"/>
              </a:ext>
            </a:extLst>
          </p:cNvPr>
          <p:cNvSpPr>
            <a:spLocks noGrp="1"/>
          </p:cNvSpPr>
          <p:nvPr/>
        </p:nvSpPr>
        <p:spPr>
          <a:xfrm flipV="1">
            <a:off x="2847975" y="1273254"/>
            <a:ext cx="47625" cy="7201"/>
          </a:xfrm>
          <a:prstGeom prst="line">
            <a:avLst/>
          </a:prstGeom>
          <a:noFill/>
          <a:ln w="17145">
            <a:solidFill>
              <a:srgbClr val="3E8F8A"/>
            </a:solidFill>
            <a:prstDash val="solid"/>
          </a:ln>
        </p:spPr>
      </p:sp>
      <p:sp>
        <p:nvSpPr>
          <p:cNvPr id="93" name="FIG2_MACRO_STREAM__TREND__TREND_6">
            <a:extLst>
              <a:ext uri="{FF2B5EF4-FFF2-40B4-BE49-F238E27FC236}">
                <a16:creationId xmlns:a16="http://schemas.microsoft.com/office/drawing/2014/main" id="{7D116999-7FC5-48E3-AB58-FC609F98EE88}"/>
              </a:ext>
            </a:extLst>
          </p:cNvPr>
          <p:cNvSpPr>
            <a:spLocks noGrp="1"/>
          </p:cNvSpPr>
          <p:nvPr/>
        </p:nvSpPr>
        <p:spPr>
          <a:xfrm flipV="1">
            <a:off x="2895600" y="1267854"/>
            <a:ext cx="47625" cy="5401"/>
          </a:xfrm>
          <a:prstGeom prst="line">
            <a:avLst/>
          </a:prstGeom>
          <a:noFill/>
          <a:ln w="17145">
            <a:solidFill>
              <a:srgbClr val="3E8F8A"/>
            </a:solidFill>
            <a:prstDash val="solid"/>
          </a:ln>
        </p:spPr>
      </p:sp>
      <p:sp>
        <p:nvSpPr>
          <p:cNvPr id="94" name="FIG2_MACRO_STREAM__TREND__TREND_7">
            <a:extLst>
              <a:ext uri="{FF2B5EF4-FFF2-40B4-BE49-F238E27FC236}">
                <a16:creationId xmlns:a16="http://schemas.microsoft.com/office/drawing/2014/main" id="{5AD537B6-7B5D-43EF-B35D-C5F79EA20092}"/>
              </a:ext>
            </a:extLst>
          </p:cNvPr>
          <p:cNvSpPr>
            <a:spLocks noGrp="1"/>
          </p:cNvSpPr>
          <p:nvPr/>
        </p:nvSpPr>
        <p:spPr>
          <a:xfrm flipV="1">
            <a:off x="2943225" y="1264253"/>
            <a:ext cx="47625" cy="3600"/>
          </a:xfrm>
          <a:prstGeom prst="line">
            <a:avLst/>
          </a:prstGeom>
          <a:noFill/>
          <a:ln w="17145">
            <a:solidFill>
              <a:srgbClr val="3E8F8A"/>
            </a:solidFill>
            <a:prstDash val="solid"/>
          </a:ln>
        </p:spPr>
      </p:sp>
      <p:sp>
        <p:nvSpPr>
          <p:cNvPr id="95" name="FIG2_MACRO_STREAM__TREND__TREND_8">
            <a:extLst>
              <a:ext uri="{FF2B5EF4-FFF2-40B4-BE49-F238E27FC236}">
                <a16:creationId xmlns:a16="http://schemas.microsoft.com/office/drawing/2014/main" id="{5C67D924-BB6C-4B38-BEE3-6B3B8B0E7AF4}"/>
              </a:ext>
            </a:extLst>
          </p:cNvPr>
          <p:cNvSpPr>
            <a:spLocks noGrp="1"/>
          </p:cNvSpPr>
          <p:nvPr/>
        </p:nvSpPr>
        <p:spPr>
          <a:xfrm flipV="1">
            <a:off x="2990850" y="1260653"/>
            <a:ext cx="47625" cy="3600"/>
          </a:xfrm>
          <a:prstGeom prst="line">
            <a:avLst/>
          </a:prstGeom>
          <a:noFill/>
          <a:ln w="17145">
            <a:solidFill>
              <a:srgbClr val="3E8F8A"/>
            </a:solidFill>
            <a:prstDash val="solid"/>
          </a:ln>
        </p:spPr>
      </p:sp>
      <p:sp>
        <p:nvSpPr>
          <p:cNvPr id="96" name="FIG2_MACRO_STREAM__PEARSON">
            <a:extLst>
              <a:ext uri="{FF2B5EF4-FFF2-40B4-BE49-F238E27FC236}">
                <a16:creationId xmlns:a16="http://schemas.microsoft.com/office/drawing/2014/main" id="{69C253C9-4557-4C2F-82A3-E86BE04BF171}"/>
              </a:ext>
            </a:extLst>
          </p:cNvPr>
          <p:cNvSpPr>
            <a:spLocks noGrp="1"/>
          </p:cNvSpPr>
          <p:nvPr/>
        </p:nvSpPr>
        <p:spPr>
          <a:xfrm>
            <a:off x="3209925" y="1028700"/>
            <a:ext cx="466725" cy="40957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7" name="FIG2_MACRO_STREAM__PEARSON__CURVE_A_1">
            <a:extLst>
              <a:ext uri="{FF2B5EF4-FFF2-40B4-BE49-F238E27FC236}">
                <a16:creationId xmlns:a16="http://schemas.microsoft.com/office/drawing/2014/main" id="{77175A0A-18EC-4A06-A1C5-DC71A64E7A6F}"/>
              </a:ext>
            </a:extLst>
          </p:cNvPr>
          <p:cNvSpPr>
            <a:spLocks noGrp="1"/>
          </p:cNvSpPr>
          <p:nvPr/>
        </p:nvSpPr>
        <p:spPr>
          <a:xfrm flipV="1">
            <a:off x="3209925" y="1180719"/>
            <a:ext cx="58341" cy="72390"/>
          </a:xfrm>
          <a:prstGeom prst="line">
            <a:avLst/>
          </a:prstGeom>
          <a:noFill/>
          <a:ln w="11906">
            <a:solidFill>
              <a:srgbClr val="3E8F8A"/>
            </a:solidFill>
            <a:prstDash val="solid"/>
          </a:ln>
        </p:spPr>
      </p:sp>
      <p:sp>
        <p:nvSpPr>
          <p:cNvPr id="98" name="FIG2_MACRO_STREAM__PEARSON__CURVE_A_2">
            <a:extLst>
              <a:ext uri="{FF2B5EF4-FFF2-40B4-BE49-F238E27FC236}">
                <a16:creationId xmlns:a16="http://schemas.microsoft.com/office/drawing/2014/main" id="{5B8A5A18-A69B-418C-8076-DA182CF4E767}"/>
              </a:ext>
            </a:extLst>
          </p:cNvPr>
          <p:cNvSpPr>
            <a:spLocks noGrp="1"/>
          </p:cNvSpPr>
          <p:nvPr/>
        </p:nvSpPr>
        <p:spPr>
          <a:xfrm flipV="1">
            <a:off x="3268266" y="1122807"/>
            <a:ext cx="58341" cy="57912"/>
          </a:xfrm>
          <a:prstGeom prst="line">
            <a:avLst/>
          </a:prstGeom>
          <a:noFill/>
          <a:ln w="11906">
            <a:solidFill>
              <a:srgbClr val="3E8F8A"/>
            </a:solidFill>
            <a:prstDash val="solid"/>
          </a:ln>
        </p:spPr>
      </p:sp>
      <p:sp>
        <p:nvSpPr>
          <p:cNvPr id="99" name="FIG2_MACRO_STREAM__PEARSON__CURVE_A_3">
            <a:extLst>
              <a:ext uri="{FF2B5EF4-FFF2-40B4-BE49-F238E27FC236}">
                <a16:creationId xmlns:a16="http://schemas.microsoft.com/office/drawing/2014/main" id="{C25DD349-50D9-49B3-890A-EF64103C91F5}"/>
              </a:ext>
            </a:extLst>
          </p:cNvPr>
          <p:cNvSpPr>
            <a:spLocks noGrp="1"/>
          </p:cNvSpPr>
          <p:nvPr/>
        </p:nvSpPr>
        <p:spPr>
          <a:xfrm>
            <a:off x="3326606" y="1122807"/>
            <a:ext cx="58341" cy="18098"/>
          </a:xfrm>
          <a:prstGeom prst="line">
            <a:avLst/>
          </a:prstGeom>
          <a:noFill/>
          <a:ln w="11906">
            <a:solidFill>
              <a:srgbClr val="3E8F8A"/>
            </a:solidFill>
            <a:prstDash val="solid"/>
          </a:ln>
        </p:spPr>
      </p:sp>
      <p:sp>
        <p:nvSpPr>
          <p:cNvPr id="100" name="FIG2_MACRO_STREAM__PEARSON__CURVE_A_4">
            <a:extLst>
              <a:ext uri="{FF2B5EF4-FFF2-40B4-BE49-F238E27FC236}">
                <a16:creationId xmlns:a16="http://schemas.microsoft.com/office/drawing/2014/main" id="{7EE118DC-FC52-493A-A4EE-6EA8C88669B7}"/>
              </a:ext>
            </a:extLst>
          </p:cNvPr>
          <p:cNvSpPr>
            <a:spLocks noGrp="1"/>
          </p:cNvSpPr>
          <p:nvPr/>
        </p:nvSpPr>
        <p:spPr>
          <a:xfrm>
            <a:off x="3384947" y="1140905"/>
            <a:ext cx="58341" cy="57912"/>
          </a:xfrm>
          <a:prstGeom prst="line">
            <a:avLst/>
          </a:prstGeom>
          <a:noFill/>
          <a:ln w="11906">
            <a:solidFill>
              <a:srgbClr val="3E8F8A"/>
            </a:solidFill>
            <a:prstDash val="solid"/>
          </a:ln>
        </p:spPr>
      </p:sp>
      <p:sp>
        <p:nvSpPr>
          <p:cNvPr id="101" name="FIG2_MACRO_STREAM__PEARSON__CURVE_A_5">
            <a:extLst>
              <a:ext uri="{FF2B5EF4-FFF2-40B4-BE49-F238E27FC236}">
                <a16:creationId xmlns:a16="http://schemas.microsoft.com/office/drawing/2014/main" id="{9A414434-3700-465A-9A1B-B2FA0C66EEE7}"/>
              </a:ext>
            </a:extLst>
          </p:cNvPr>
          <p:cNvSpPr>
            <a:spLocks noGrp="1"/>
          </p:cNvSpPr>
          <p:nvPr/>
        </p:nvSpPr>
        <p:spPr>
          <a:xfrm>
            <a:off x="3443288" y="1198817"/>
            <a:ext cx="58341" cy="50673"/>
          </a:xfrm>
          <a:prstGeom prst="line">
            <a:avLst/>
          </a:prstGeom>
          <a:noFill/>
          <a:ln w="11906">
            <a:solidFill>
              <a:srgbClr val="3E8F8A"/>
            </a:solidFill>
            <a:prstDash val="solid"/>
          </a:ln>
        </p:spPr>
      </p:sp>
      <p:sp>
        <p:nvSpPr>
          <p:cNvPr id="102" name="FIG2_MACRO_STREAM__PEARSON__CURVE_A_6">
            <a:extLst>
              <a:ext uri="{FF2B5EF4-FFF2-40B4-BE49-F238E27FC236}">
                <a16:creationId xmlns:a16="http://schemas.microsoft.com/office/drawing/2014/main" id="{7F138205-F62B-4F14-B482-CCB72898F901}"/>
              </a:ext>
            </a:extLst>
          </p:cNvPr>
          <p:cNvSpPr>
            <a:spLocks noGrp="1"/>
          </p:cNvSpPr>
          <p:nvPr/>
        </p:nvSpPr>
        <p:spPr>
          <a:xfrm flipV="1">
            <a:off x="3501628" y="1224153"/>
            <a:ext cx="58341" cy="25336"/>
          </a:xfrm>
          <a:prstGeom prst="line">
            <a:avLst/>
          </a:prstGeom>
          <a:noFill/>
          <a:ln w="11906">
            <a:solidFill>
              <a:srgbClr val="3E8F8A"/>
            </a:solidFill>
            <a:prstDash val="solid"/>
          </a:ln>
        </p:spPr>
      </p:sp>
      <p:sp>
        <p:nvSpPr>
          <p:cNvPr id="103" name="FIG2_MACRO_STREAM__PEARSON__CURVE_A_7">
            <a:extLst>
              <a:ext uri="{FF2B5EF4-FFF2-40B4-BE49-F238E27FC236}">
                <a16:creationId xmlns:a16="http://schemas.microsoft.com/office/drawing/2014/main" id="{AD7DA57C-9592-46DE-B32A-B4ECD05102E1}"/>
              </a:ext>
            </a:extLst>
          </p:cNvPr>
          <p:cNvSpPr>
            <a:spLocks noGrp="1"/>
          </p:cNvSpPr>
          <p:nvPr/>
        </p:nvSpPr>
        <p:spPr>
          <a:xfrm flipV="1">
            <a:off x="3559969" y="1155383"/>
            <a:ext cx="58341" cy="68771"/>
          </a:xfrm>
          <a:prstGeom prst="line">
            <a:avLst/>
          </a:prstGeom>
          <a:noFill/>
          <a:ln w="11906">
            <a:solidFill>
              <a:srgbClr val="3E8F8A"/>
            </a:solidFill>
            <a:prstDash val="solid"/>
          </a:ln>
        </p:spPr>
      </p:sp>
      <p:sp>
        <p:nvSpPr>
          <p:cNvPr id="104" name="FIG2_MACRO_STREAM__PEARSON__CURVE_A_8">
            <a:extLst>
              <a:ext uri="{FF2B5EF4-FFF2-40B4-BE49-F238E27FC236}">
                <a16:creationId xmlns:a16="http://schemas.microsoft.com/office/drawing/2014/main" id="{21E6D10E-DA39-42F3-9021-C8E8EBB5AD83}"/>
              </a:ext>
            </a:extLst>
          </p:cNvPr>
          <p:cNvSpPr>
            <a:spLocks noGrp="1"/>
          </p:cNvSpPr>
          <p:nvPr/>
        </p:nvSpPr>
        <p:spPr>
          <a:xfrm flipV="1">
            <a:off x="3618309" y="1119188"/>
            <a:ext cx="58341" cy="36195"/>
          </a:xfrm>
          <a:prstGeom prst="line">
            <a:avLst/>
          </a:prstGeom>
          <a:noFill/>
          <a:ln w="11906">
            <a:solidFill>
              <a:srgbClr val="3E8F8A"/>
            </a:solidFill>
            <a:prstDash val="solid"/>
          </a:ln>
        </p:spPr>
      </p:sp>
      <p:sp>
        <p:nvSpPr>
          <p:cNvPr id="105" name="FIG2_MACRO_STREAM__PEARSON__CURVE_B_1">
            <a:extLst>
              <a:ext uri="{FF2B5EF4-FFF2-40B4-BE49-F238E27FC236}">
                <a16:creationId xmlns:a16="http://schemas.microsoft.com/office/drawing/2014/main" id="{CB4A188A-0744-44C0-B437-933DEF7C03AB}"/>
              </a:ext>
            </a:extLst>
          </p:cNvPr>
          <p:cNvSpPr>
            <a:spLocks noGrp="1"/>
          </p:cNvSpPr>
          <p:nvPr/>
        </p:nvSpPr>
        <p:spPr>
          <a:xfrm flipV="1">
            <a:off x="3209925" y="1249108"/>
            <a:ext cx="58341" cy="68771"/>
          </a:xfrm>
          <a:prstGeom prst="line">
            <a:avLst/>
          </a:prstGeom>
          <a:noFill/>
          <a:ln w="11906">
            <a:solidFill>
              <a:srgbClr val="6F8795"/>
            </a:solidFill>
            <a:prstDash val="solid"/>
          </a:ln>
        </p:spPr>
      </p:sp>
      <p:sp>
        <p:nvSpPr>
          <p:cNvPr id="106" name="FIG2_MACRO_STREAM__PEARSON__CURVE_B_2">
            <a:extLst>
              <a:ext uri="{FF2B5EF4-FFF2-40B4-BE49-F238E27FC236}">
                <a16:creationId xmlns:a16="http://schemas.microsoft.com/office/drawing/2014/main" id="{DD7784A6-70BE-489A-A97C-C228BA8416DA}"/>
              </a:ext>
            </a:extLst>
          </p:cNvPr>
          <p:cNvSpPr>
            <a:spLocks noGrp="1"/>
          </p:cNvSpPr>
          <p:nvPr/>
        </p:nvSpPr>
        <p:spPr>
          <a:xfrm flipV="1">
            <a:off x="3268266" y="1191197"/>
            <a:ext cx="58341" cy="57912"/>
          </a:xfrm>
          <a:prstGeom prst="line">
            <a:avLst/>
          </a:prstGeom>
          <a:noFill/>
          <a:ln w="11906">
            <a:solidFill>
              <a:srgbClr val="6F8795"/>
            </a:solidFill>
            <a:prstDash val="solid"/>
          </a:ln>
        </p:spPr>
      </p:sp>
      <p:sp>
        <p:nvSpPr>
          <p:cNvPr id="107" name="FIG2_MACRO_STREAM__PEARSON__CURVE_B_3">
            <a:extLst>
              <a:ext uri="{FF2B5EF4-FFF2-40B4-BE49-F238E27FC236}">
                <a16:creationId xmlns:a16="http://schemas.microsoft.com/office/drawing/2014/main" id="{70E98EF2-34F1-4579-9959-D39D61C59109}"/>
              </a:ext>
            </a:extLst>
          </p:cNvPr>
          <p:cNvSpPr>
            <a:spLocks noGrp="1"/>
          </p:cNvSpPr>
          <p:nvPr/>
        </p:nvSpPr>
        <p:spPr>
          <a:xfrm>
            <a:off x="3326606" y="1191197"/>
            <a:ext cx="58341" cy="10859"/>
          </a:xfrm>
          <a:prstGeom prst="line">
            <a:avLst/>
          </a:prstGeom>
          <a:noFill/>
          <a:ln w="11906">
            <a:solidFill>
              <a:srgbClr val="6F8795"/>
            </a:solidFill>
            <a:prstDash val="solid"/>
          </a:ln>
        </p:spPr>
      </p:sp>
      <p:sp>
        <p:nvSpPr>
          <p:cNvPr id="108" name="FIG2_MACRO_STREAM__PEARSON__CURVE_B_4">
            <a:extLst>
              <a:ext uri="{FF2B5EF4-FFF2-40B4-BE49-F238E27FC236}">
                <a16:creationId xmlns:a16="http://schemas.microsoft.com/office/drawing/2014/main" id="{9BABB4F2-5040-4D11-9DA5-758EA56B3784}"/>
              </a:ext>
            </a:extLst>
          </p:cNvPr>
          <p:cNvSpPr>
            <a:spLocks noGrp="1"/>
          </p:cNvSpPr>
          <p:nvPr/>
        </p:nvSpPr>
        <p:spPr>
          <a:xfrm>
            <a:off x="3384947" y="1202055"/>
            <a:ext cx="58341" cy="50673"/>
          </a:xfrm>
          <a:prstGeom prst="line">
            <a:avLst/>
          </a:prstGeom>
          <a:noFill/>
          <a:ln w="11906">
            <a:solidFill>
              <a:srgbClr val="6F8795"/>
            </a:solidFill>
            <a:prstDash val="solid"/>
          </a:ln>
        </p:spPr>
      </p:sp>
      <p:sp>
        <p:nvSpPr>
          <p:cNvPr id="109" name="FIG2_MACRO_STREAM__PEARSON__CURVE_B_5">
            <a:extLst>
              <a:ext uri="{FF2B5EF4-FFF2-40B4-BE49-F238E27FC236}">
                <a16:creationId xmlns:a16="http://schemas.microsoft.com/office/drawing/2014/main" id="{0853E778-E633-414D-9F14-FC630897348A}"/>
              </a:ext>
            </a:extLst>
          </p:cNvPr>
          <p:cNvSpPr>
            <a:spLocks noGrp="1"/>
          </p:cNvSpPr>
          <p:nvPr/>
        </p:nvSpPr>
        <p:spPr>
          <a:xfrm>
            <a:off x="3443288" y="1252728"/>
            <a:ext cx="58341" cy="54292"/>
          </a:xfrm>
          <a:prstGeom prst="line">
            <a:avLst/>
          </a:prstGeom>
          <a:noFill/>
          <a:ln w="11906">
            <a:solidFill>
              <a:srgbClr val="6F8795"/>
            </a:solidFill>
            <a:prstDash val="solid"/>
          </a:ln>
        </p:spPr>
      </p:sp>
      <p:sp>
        <p:nvSpPr>
          <p:cNvPr id="110" name="FIG2_MACRO_STREAM__PEARSON__CURVE_B_6">
            <a:extLst>
              <a:ext uri="{FF2B5EF4-FFF2-40B4-BE49-F238E27FC236}">
                <a16:creationId xmlns:a16="http://schemas.microsoft.com/office/drawing/2014/main" id="{BD8DE29B-5ECB-4DF5-AAC9-25E4656AE8A9}"/>
              </a:ext>
            </a:extLst>
          </p:cNvPr>
          <p:cNvSpPr>
            <a:spLocks noGrp="1"/>
          </p:cNvSpPr>
          <p:nvPr/>
        </p:nvSpPr>
        <p:spPr>
          <a:xfrm flipV="1">
            <a:off x="3501628" y="1285304"/>
            <a:ext cx="58341" cy="21717"/>
          </a:xfrm>
          <a:prstGeom prst="line">
            <a:avLst/>
          </a:prstGeom>
          <a:noFill/>
          <a:ln w="11906">
            <a:solidFill>
              <a:srgbClr val="6F8795"/>
            </a:solidFill>
            <a:prstDash val="solid"/>
          </a:ln>
        </p:spPr>
      </p:sp>
      <p:sp>
        <p:nvSpPr>
          <p:cNvPr id="111" name="FIG2_MACRO_STREAM__PEARSON__CURVE_B_7">
            <a:extLst>
              <a:ext uri="{FF2B5EF4-FFF2-40B4-BE49-F238E27FC236}">
                <a16:creationId xmlns:a16="http://schemas.microsoft.com/office/drawing/2014/main" id="{2C13BEAF-BCFA-4E37-8AAB-5D221AAB6E8B}"/>
              </a:ext>
            </a:extLst>
          </p:cNvPr>
          <p:cNvSpPr>
            <a:spLocks noGrp="1"/>
          </p:cNvSpPr>
          <p:nvPr/>
        </p:nvSpPr>
        <p:spPr>
          <a:xfrm flipV="1">
            <a:off x="3559969" y="1223772"/>
            <a:ext cx="58341" cy="61532"/>
          </a:xfrm>
          <a:prstGeom prst="line">
            <a:avLst/>
          </a:prstGeom>
          <a:noFill/>
          <a:ln w="11906">
            <a:solidFill>
              <a:srgbClr val="6F8795"/>
            </a:solidFill>
            <a:prstDash val="solid"/>
          </a:ln>
        </p:spPr>
      </p:sp>
      <p:sp>
        <p:nvSpPr>
          <p:cNvPr id="112" name="FIG2_MACRO_STREAM__PEARSON__CURVE_B_8">
            <a:extLst>
              <a:ext uri="{FF2B5EF4-FFF2-40B4-BE49-F238E27FC236}">
                <a16:creationId xmlns:a16="http://schemas.microsoft.com/office/drawing/2014/main" id="{2B2488EF-C36C-418A-A2A9-0AB9CC18106C}"/>
              </a:ext>
            </a:extLst>
          </p:cNvPr>
          <p:cNvSpPr>
            <a:spLocks noGrp="1"/>
          </p:cNvSpPr>
          <p:nvPr/>
        </p:nvSpPr>
        <p:spPr>
          <a:xfrm flipV="1">
            <a:off x="3618309" y="1180338"/>
            <a:ext cx="58341" cy="43434"/>
          </a:xfrm>
          <a:prstGeom prst="line">
            <a:avLst/>
          </a:prstGeom>
          <a:noFill/>
          <a:ln w="11906">
            <a:solidFill>
              <a:srgbClr val="6F8795"/>
            </a:solidFill>
            <a:prstDash val="solid"/>
          </a:ln>
        </p:spPr>
      </p:sp>
      <p:sp>
        <p:nvSpPr>
          <p:cNvPr id="113" name="FIG2_MACRO_STREAM__PEARSON__SYMBOL">
            <a:extLst>
              <a:ext uri="{FF2B5EF4-FFF2-40B4-BE49-F238E27FC236}">
                <a16:creationId xmlns:a16="http://schemas.microsoft.com/office/drawing/2014/main" id="{44C1C62D-073B-4FC9-B50A-A5C49013554F}"/>
              </a:ext>
            </a:extLst>
          </p:cNvPr>
          <p:cNvSpPr>
            <a:spLocks noGrp="1"/>
          </p:cNvSpPr>
          <p:nvPr/>
        </p:nvSpPr>
        <p:spPr>
          <a:xfrm>
            <a:off x="3303270" y="1122902"/>
            <a:ext cx="280035" cy="19659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14288" tIns="4763" rIns="14288" bIns="4763" anchor="ctr">
            <a:normAutofit fontScale="98199"/>
          </a:bodyPr>
          <a:lstStyle/>
          <a:p>
            <a:pPr algn="ctr">
              <a:defRPr sz="1250" b="0" i="0">
                <a:solidFill>
                  <a:srgbClr val="3E8F8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0" b="0" i="0">
                <a:solidFill>
                  <a:srgbClr val="3E8F8A"/>
                </a:solidFill>
                <a:latin typeface="Times New Roman"/>
                <a:ea typeface="Times New Roman"/>
                <a:cs typeface="Times New Roman"/>
              </a:rPr>
              <a:t>ρ</a:t>
            </a:r>
          </a:p>
        </p:txBody>
      </p:sp>
      <p:sp>
        <p:nvSpPr>
          <p:cNvPr id="114" name="FIG2_MACRO_STREAM__PEARSON_LABEL">
            <a:extLst>
              <a:ext uri="{FF2B5EF4-FFF2-40B4-BE49-F238E27FC236}">
                <a16:creationId xmlns:a16="http://schemas.microsoft.com/office/drawing/2014/main" id="{B620486C-25D2-4E47-A333-A6937A6F1492}"/>
              </a:ext>
            </a:extLst>
          </p:cNvPr>
          <p:cNvSpPr>
            <a:spLocks noGrp="1"/>
          </p:cNvSpPr>
          <p:nvPr/>
        </p:nvSpPr>
        <p:spPr>
          <a:xfrm>
            <a:off x="2819400" y="1457325"/>
            <a:ext cx="95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288" tIns="4763" rIns="14288" bIns="4763" anchor="ctr">
            <a:noAutofit/>
          </a:bodyPr>
          <a:lstStyle/>
          <a:p>
            <a:pPr algn="ctr">
              <a:def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Trend Pearson</a:t>
            </a:r>
          </a:p>
          <a:p>
            <a:pPr algn="ctr">
              <a:def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Correlation</a:t>
            </a:r>
          </a:p>
          <a:p>
            <a:pPr algn="ctr">
              <a:def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Graph</a:t>
            </a:r>
          </a:p>
        </p:txBody>
      </p:sp>
      <p:sp>
        <p:nvSpPr>
          <p:cNvPr id="115" name="FIG2_MACRO_STREAM__DENSE">
            <a:extLst>
              <a:ext uri="{FF2B5EF4-FFF2-40B4-BE49-F238E27FC236}">
                <a16:creationId xmlns:a16="http://schemas.microsoft.com/office/drawing/2014/main" id="{7A1518BD-C3CE-4FE9-8C44-34877ADFB04B}"/>
              </a:ext>
            </a:extLst>
          </p:cNvPr>
          <p:cNvSpPr>
            <a:spLocks noGrp="1"/>
          </p:cNvSpPr>
          <p:nvPr/>
        </p:nvSpPr>
        <p:spPr>
          <a:xfrm>
            <a:off x="3857625" y="1057275"/>
            <a:ext cx="238125" cy="3524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16" name="FIG2_MACRO_STREAM__DENSE__EDGE_1">
            <a:extLst>
              <a:ext uri="{FF2B5EF4-FFF2-40B4-BE49-F238E27FC236}">
                <a16:creationId xmlns:a16="http://schemas.microsoft.com/office/drawing/2014/main" id="{544ED444-2BC0-4D15-ACA4-6EFB043FC299}"/>
              </a:ext>
            </a:extLst>
          </p:cNvPr>
          <p:cNvSpPr>
            <a:spLocks noGrp="1"/>
          </p:cNvSpPr>
          <p:nvPr/>
        </p:nvSpPr>
        <p:spPr>
          <a:xfrm flipV="1">
            <a:off x="3881438" y="1120712"/>
            <a:ext cx="42863" cy="119825"/>
          </a:xfrm>
          <a:prstGeom prst="line">
            <a:avLst/>
          </a:prstGeom>
          <a:noFill/>
          <a:ln w="5239">
            <a:solidFill>
              <a:srgbClr val="3E8F8A"/>
            </a:solidFill>
            <a:prstDash val="solid"/>
          </a:ln>
        </p:spPr>
      </p:sp>
      <p:sp>
        <p:nvSpPr>
          <p:cNvPr id="117" name="FIG2_MACRO_STREAM__DENSE__EDGE_2">
            <a:extLst>
              <a:ext uri="{FF2B5EF4-FFF2-40B4-BE49-F238E27FC236}">
                <a16:creationId xmlns:a16="http://schemas.microsoft.com/office/drawing/2014/main" id="{56C82269-2324-4C30-A392-5994F0059EE1}"/>
              </a:ext>
            </a:extLst>
          </p:cNvPr>
          <p:cNvSpPr>
            <a:spLocks noGrp="1"/>
          </p:cNvSpPr>
          <p:nvPr/>
        </p:nvSpPr>
        <p:spPr>
          <a:xfrm flipV="1">
            <a:off x="3881438" y="1145381"/>
            <a:ext cx="102394" cy="95155"/>
          </a:xfrm>
          <a:prstGeom prst="line">
            <a:avLst/>
          </a:prstGeom>
          <a:noFill/>
          <a:ln w="6953">
            <a:solidFill>
              <a:srgbClr val="3E8F8A"/>
            </a:solidFill>
            <a:prstDash val="solid"/>
          </a:ln>
        </p:spPr>
      </p:sp>
      <p:sp>
        <p:nvSpPr>
          <p:cNvPr id="118" name="FIG2_MACRO_STREAM__DENSE__EDGE_3">
            <a:extLst>
              <a:ext uri="{FF2B5EF4-FFF2-40B4-BE49-F238E27FC236}">
                <a16:creationId xmlns:a16="http://schemas.microsoft.com/office/drawing/2014/main" id="{817047E5-635C-4E8A-B913-1101CF0143F8}"/>
              </a:ext>
            </a:extLst>
          </p:cNvPr>
          <p:cNvSpPr>
            <a:spLocks noGrp="1"/>
          </p:cNvSpPr>
          <p:nvPr/>
        </p:nvSpPr>
        <p:spPr>
          <a:xfrm flipV="1">
            <a:off x="3881438" y="1233488"/>
            <a:ext cx="171450" cy="7049"/>
          </a:xfrm>
          <a:prstGeom prst="line">
            <a:avLst/>
          </a:prstGeom>
          <a:noFill/>
          <a:ln w="8668">
            <a:solidFill>
              <a:srgbClr val="3E8F8A"/>
            </a:solidFill>
            <a:prstDash val="solid"/>
          </a:ln>
        </p:spPr>
      </p:sp>
      <p:sp>
        <p:nvSpPr>
          <p:cNvPr id="119" name="FIG2_MACRO_STREAM__DENSE__EDGE_4">
            <a:extLst>
              <a:ext uri="{FF2B5EF4-FFF2-40B4-BE49-F238E27FC236}">
                <a16:creationId xmlns:a16="http://schemas.microsoft.com/office/drawing/2014/main" id="{6B519932-FBD3-4789-A247-BB7122EA407C}"/>
              </a:ext>
            </a:extLst>
          </p:cNvPr>
          <p:cNvSpPr>
            <a:spLocks noGrp="1"/>
          </p:cNvSpPr>
          <p:nvPr/>
        </p:nvSpPr>
        <p:spPr>
          <a:xfrm>
            <a:off x="3881438" y="1240536"/>
            <a:ext cx="126206" cy="105727"/>
          </a:xfrm>
          <a:prstGeom prst="line">
            <a:avLst/>
          </a:prstGeom>
          <a:noFill/>
          <a:ln w="10382">
            <a:solidFill>
              <a:srgbClr val="3E8F8A"/>
            </a:solidFill>
            <a:prstDash val="solid"/>
          </a:ln>
        </p:spPr>
      </p:sp>
      <p:sp>
        <p:nvSpPr>
          <p:cNvPr id="120" name="FIG2_MACRO_STREAM__DENSE__EDGE_5">
            <a:extLst>
              <a:ext uri="{FF2B5EF4-FFF2-40B4-BE49-F238E27FC236}">
                <a16:creationId xmlns:a16="http://schemas.microsoft.com/office/drawing/2014/main" id="{E411A75D-EB51-46E3-B4DE-1CECFE43E2A1}"/>
              </a:ext>
            </a:extLst>
          </p:cNvPr>
          <p:cNvSpPr>
            <a:spLocks noGrp="1"/>
          </p:cNvSpPr>
          <p:nvPr/>
        </p:nvSpPr>
        <p:spPr>
          <a:xfrm>
            <a:off x="3881438" y="1240536"/>
            <a:ext cx="54769" cy="70485"/>
          </a:xfrm>
          <a:prstGeom prst="line">
            <a:avLst/>
          </a:prstGeom>
          <a:noFill/>
          <a:ln w="5239">
            <a:solidFill>
              <a:srgbClr val="3E8F8A"/>
            </a:solidFill>
            <a:prstDash val="solid"/>
          </a:ln>
        </p:spPr>
      </p:sp>
      <p:sp>
        <p:nvSpPr>
          <p:cNvPr id="121" name="FIG2_MACRO_STREAM__DENSE__EDGE_6">
            <a:extLst>
              <a:ext uri="{FF2B5EF4-FFF2-40B4-BE49-F238E27FC236}">
                <a16:creationId xmlns:a16="http://schemas.microsoft.com/office/drawing/2014/main" id="{253DE2B1-BCC9-4A1E-B172-90BC874C1EB1}"/>
              </a:ext>
            </a:extLst>
          </p:cNvPr>
          <p:cNvSpPr>
            <a:spLocks noGrp="1"/>
          </p:cNvSpPr>
          <p:nvPr/>
        </p:nvSpPr>
        <p:spPr>
          <a:xfrm>
            <a:off x="3924300" y="1120712"/>
            <a:ext cx="59531" cy="24670"/>
          </a:xfrm>
          <a:prstGeom prst="line">
            <a:avLst/>
          </a:prstGeom>
          <a:noFill/>
          <a:ln w="6953">
            <a:solidFill>
              <a:srgbClr val="3E8F8A"/>
            </a:solidFill>
            <a:prstDash val="solid"/>
          </a:ln>
        </p:spPr>
      </p:sp>
      <p:sp>
        <p:nvSpPr>
          <p:cNvPr id="122" name="FIG2_MACRO_STREAM__DENSE__EDGE_7">
            <a:extLst>
              <a:ext uri="{FF2B5EF4-FFF2-40B4-BE49-F238E27FC236}">
                <a16:creationId xmlns:a16="http://schemas.microsoft.com/office/drawing/2014/main" id="{DECBC45D-5EE3-489F-9E91-056E1E0C46CD}"/>
              </a:ext>
            </a:extLst>
          </p:cNvPr>
          <p:cNvSpPr>
            <a:spLocks noGrp="1"/>
          </p:cNvSpPr>
          <p:nvPr/>
        </p:nvSpPr>
        <p:spPr>
          <a:xfrm>
            <a:off x="3924300" y="1120712"/>
            <a:ext cx="128588" cy="112776"/>
          </a:xfrm>
          <a:prstGeom prst="line">
            <a:avLst/>
          </a:prstGeom>
          <a:noFill/>
          <a:ln w="8668">
            <a:solidFill>
              <a:srgbClr val="3E8F8A"/>
            </a:solidFill>
            <a:prstDash val="solid"/>
          </a:ln>
        </p:spPr>
      </p:sp>
      <p:sp>
        <p:nvSpPr>
          <p:cNvPr id="123" name="FIG2_MACRO_STREAM__DENSE__EDGE_8">
            <a:extLst>
              <a:ext uri="{FF2B5EF4-FFF2-40B4-BE49-F238E27FC236}">
                <a16:creationId xmlns:a16="http://schemas.microsoft.com/office/drawing/2014/main" id="{59F16CD2-A765-4839-BCB1-BA4F33F773DD}"/>
              </a:ext>
            </a:extLst>
          </p:cNvPr>
          <p:cNvSpPr>
            <a:spLocks noGrp="1"/>
          </p:cNvSpPr>
          <p:nvPr/>
        </p:nvSpPr>
        <p:spPr>
          <a:xfrm>
            <a:off x="3924300" y="1120712"/>
            <a:ext cx="83344" cy="225552"/>
          </a:xfrm>
          <a:prstGeom prst="line">
            <a:avLst/>
          </a:prstGeom>
          <a:noFill/>
          <a:ln w="10382">
            <a:solidFill>
              <a:srgbClr val="3E8F8A"/>
            </a:solidFill>
            <a:prstDash val="solid"/>
          </a:ln>
        </p:spPr>
      </p:sp>
      <p:sp>
        <p:nvSpPr>
          <p:cNvPr id="124" name="FIG2_MACRO_STREAM__DENSE__EDGE_9">
            <a:extLst>
              <a:ext uri="{FF2B5EF4-FFF2-40B4-BE49-F238E27FC236}">
                <a16:creationId xmlns:a16="http://schemas.microsoft.com/office/drawing/2014/main" id="{2C9EF841-7D61-4B21-A914-8BDCEBED8BB4}"/>
              </a:ext>
            </a:extLst>
          </p:cNvPr>
          <p:cNvSpPr>
            <a:spLocks noGrp="1"/>
          </p:cNvSpPr>
          <p:nvPr/>
        </p:nvSpPr>
        <p:spPr>
          <a:xfrm>
            <a:off x="3924300" y="1120712"/>
            <a:ext cx="11906" cy="190309"/>
          </a:xfrm>
          <a:prstGeom prst="line">
            <a:avLst/>
          </a:prstGeom>
          <a:noFill/>
          <a:ln w="5239">
            <a:solidFill>
              <a:srgbClr val="3E8F8A"/>
            </a:solidFill>
            <a:prstDash val="solid"/>
          </a:ln>
        </p:spPr>
      </p:sp>
      <p:sp>
        <p:nvSpPr>
          <p:cNvPr id="125" name="FIG2_MACRO_STREAM__DENSE__EDGE_10">
            <a:extLst>
              <a:ext uri="{FF2B5EF4-FFF2-40B4-BE49-F238E27FC236}">
                <a16:creationId xmlns:a16="http://schemas.microsoft.com/office/drawing/2014/main" id="{32551AEA-A6FB-4644-9DD6-B0EBE422D9EF}"/>
              </a:ext>
            </a:extLst>
          </p:cNvPr>
          <p:cNvSpPr>
            <a:spLocks noGrp="1"/>
          </p:cNvSpPr>
          <p:nvPr/>
        </p:nvSpPr>
        <p:spPr>
          <a:xfrm>
            <a:off x="3983831" y="1145381"/>
            <a:ext cx="69056" cy="88106"/>
          </a:xfrm>
          <a:prstGeom prst="line">
            <a:avLst/>
          </a:prstGeom>
          <a:noFill/>
          <a:ln w="6953">
            <a:solidFill>
              <a:srgbClr val="3E8F8A"/>
            </a:solidFill>
            <a:prstDash val="solid"/>
          </a:ln>
        </p:spPr>
      </p:sp>
      <p:sp>
        <p:nvSpPr>
          <p:cNvPr id="126" name="FIG2_MACRO_STREAM__DENSE__EDGE_11">
            <a:extLst>
              <a:ext uri="{FF2B5EF4-FFF2-40B4-BE49-F238E27FC236}">
                <a16:creationId xmlns:a16="http://schemas.microsoft.com/office/drawing/2014/main" id="{443976DB-7070-40C7-9C7F-4FDD7A787860}"/>
              </a:ext>
            </a:extLst>
          </p:cNvPr>
          <p:cNvSpPr>
            <a:spLocks noGrp="1"/>
          </p:cNvSpPr>
          <p:nvPr/>
        </p:nvSpPr>
        <p:spPr>
          <a:xfrm>
            <a:off x="3983831" y="1145381"/>
            <a:ext cx="23813" cy="200882"/>
          </a:xfrm>
          <a:prstGeom prst="line">
            <a:avLst/>
          </a:prstGeom>
          <a:noFill/>
          <a:ln w="8668">
            <a:solidFill>
              <a:srgbClr val="3E8F8A"/>
            </a:solidFill>
            <a:prstDash val="solid"/>
          </a:ln>
        </p:spPr>
      </p:sp>
      <p:sp>
        <p:nvSpPr>
          <p:cNvPr id="127" name="FIG2_MACRO_STREAM__DENSE__EDGE_12">
            <a:extLst>
              <a:ext uri="{FF2B5EF4-FFF2-40B4-BE49-F238E27FC236}">
                <a16:creationId xmlns:a16="http://schemas.microsoft.com/office/drawing/2014/main" id="{7AFBE674-870B-4289-BD96-4C707E172BF7}"/>
              </a:ext>
            </a:extLst>
          </p:cNvPr>
          <p:cNvSpPr>
            <a:spLocks noGrp="1"/>
          </p:cNvSpPr>
          <p:nvPr/>
        </p:nvSpPr>
        <p:spPr>
          <a:xfrm flipH="1">
            <a:off x="3936206" y="1145381"/>
            <a:ext cx="47625" cy="165640"/>
          </a:xfrm>
          <a:prstGeom prst="line">
            <a:avLst/>
          </a:prstGeom>
          <a:noFill/>
          <a:ln w="10382">
            <a:solidFill>
              <a:srgbClr val="3E8F8A"/>
            </a:solidFill>
            <a:prstDash val="solid"/>
          </a:ln>
        </p:spPr>
      </p:sp>
      <p:sp>
        <p:nvSpPr>
          <p:cNvPr id="128" name="FIG2_MACRO_STREAM__DENSE__EDGE_13">
            <a:extLst>
              <a:ext uri="{FF2B5EF4-FFF2-40B4-BE49-F238E27FC236}">
                <a16:creationId xmlns:a16="http://schemas.microsoft.com/office/drawing/2014/main" id="{0C09943A-692A-43D1-B6FA-369CFDEE2200}"/>
              </a:ext>
            </a:extLst>
          </p:cNvPr>
          <p:cNvSpPr>
            <a:spLocks noGrp="1"/>
          </p:cNvSpPr>
          <p:nvPr/>
        </p:nvSpPr>
        <p:spPr>
          <a:xfrm flipH="1">
            <a:off x="4007644" y="1233488"/>
            <a:ext cx="45244" cy="112776"/>
          </a:xfrm>
          <a:prstGeom prst="line">
            <a:avLst/>
          </a:prstGeom>
          <a:noFill/>
          <a:ln w="5239">
            <a:solidFill>
              <a:srgbClr val="3E8F8A"/>
            </a:solidFill>
            <a:prstDash val="solid"/>
          </a:ln>
        </p:spPr>
      </p:sp>
      <p:sp>
        <p:nvSpPr>
          <p:cNvPr id="129" name="FIG2_MACRO_STREAM__DENSE__EDGE_14">
            <a:extLst>
              <a:ext uri="{FF2B5EF4-FFF2-40B4-BE49-F238E27FC236}">
                <a16:creationId xmlns:a16="http://schemas.microsoft.com/office/drawing/2014/main" id="{6F386964-52C9-418E-846F-F8421D3478F1}"/>
              </a:ext>
            </a:extLst>
          </p:cNvPr>
          <p:cNvSpPr>
            <a:spLocks noGrp="1"/>
          </p:cNvSpPr>
          <p:nvPr/>
        </p:nvSpPr>
        <p:spPr>
          <a:xfrm flipH="1">
            <a:off x="3936206" y="1233488"/>
            <a:ext cx="116681" cy="77533"/>
          </a:xfrm>
          <a:prstGeom prst="line">
            <a:avLst/>
          </a:prstGeom>
          <a:noFill/>
          <a:ln w="6953">
            <a:solidFill>
              <a:srgbClr val="3E8F8A"/>
            </a:solidFill>
            <a:prstDash val="solid"/>
          </a:ln>
        </p:spPr>
      </p:sp>
      <p:sp>
        <p:nvSpPr>
          <p:cNvPr id="130" name="FIG2_MACRO_STREAM__DENSE__EDGE_15">
            <a:extLst>
              <a:ext uri="{FF2B5EF4-FFF2-40B4-BE49-F238E27FC236}">
                <a16:creationId xmlns:a16="http://schemas.microsoft.com/office/drawing/2014/main" id="{F4C333FC-DEDB-4B43-8DFC-039142FC7012}"/>
              </a:ext>
            </a:extLst>
          </p:cNvPr>
          <p:cNvSpPr>
            <a:spLocks noGrp="1"/>
          </p:cNvSpPr>
          <p:nvPr/>
        </p:nvSpPr>
        <p:spPr>
          <a:xfrm flipH="1" flipV="1">
            <a:off x="3936206" y="1311021"/>
            <a:ext cx="71438" cy="35243"/>
          </a:xfrm>
          <a:prstGeom prst="line">
            <a:avLst/>
          </a:prstGeom>
          <a:noFill/>
          <a:ln w="8668">
            <a:solidFill>
              <a:srgbClr val="3E8F8A"/>
            </a:solidFill>
            <a:prstDash val="solid"/>
          </a:ln>
        </p:spPr>
      </p:sp>
      <p:sp>
        <p:nvSpPr>
          <p:cNvPr id="131" name="FIG2_MACRO_STREAM__DENSE__NODE_1">
            <a:extLst>
              <a:ext uri="{FF2B5EF4-FFF2-40B4-BE49-F238E27FC236}">
                <a16:creationId xmlns:a16="http://schemas.microsoft.com/office/drawing/2014/main" id="{D300744B-4B98-4437-BF6B-DB1D7C14F5B9}"/>
              </a:ext>
            </a:extLst>
          </p:cNvPr>
          <p:cNvSpPr>
            <a:spLocks noGrp="1"/>
          </p:cNvSpPr>
          <p:nvPr/>
        </p:nvSpPr>
        <p:spPr>
          <a:xfrm>
            <a:off x="3859054" y="1218152"/>
            <a:ext cx="44768" cy="44768"/>
          </a:xfrm>
          <a:prstGeom prst="ellipse">
            <a:avLst/>
          </a:prstGeom>
          <a:solidFill>
            <a:srgbClr val="FFFFFF"/>
          </a:solidFill>
          <a:ln w="10001">
            <a:solidFill>
              <a:srgbClr val="3E8F8A"/>
            </a:solidFill>
            <a:prstDash val="solid"/>
          </a:ln>
        </p:spPr>
      </p:sp>
      <p:sp>
        <p:nvSpPr>
          <p:cNvPr id="132" name="FIG2_MACRO_STREAM__DENSE__NODE_2">
            <a:extLst>
              <a:ext uri="{FF2B5EF4-FFF2-40B4-BE49-F238E27FC236}">
                <a16:creationId xmlns:a16="http://schemas.microsoft.com/office/drawing/2014/main" id="{87E4AAAD-9AC0-4DA2-84D9-032943D6DE75}"/>
              </a:ext>
            </a:extLst>
          </p:cNvPr>
          <p:cNvSpPr>
            <a:spLocks noGrp="1"/>
          </p:cNvSpPr>
          <p:nvPr/>
        </p:nvSpPr>
        <p:spPr>
          <a:xfrm>
            <a:off x="3901916" y="1098328"/>
            <a:ext cx="44768" cy="44768"/>
          </a:xfrm>
          <a:prstGeom prst="ellipse">
            <a:avLst/>
          </a:prstGeom>
          <a:solidFill>
            <a:srgbClr val="FFFFFF"/>
          </a:solidFill>
          <a:ln w="10001">
            <a:solidFill>
              <a:srgbClr val="3E8F8A"/>
            </a:solidFill>
            <a:prstDash val="solid"/>
          </a:ln>
        </p:spPr>
      </p:sp>
      <p:sp>
        <p:nvSpPr>
          <p:cNvPr id="133" name="FIG2_MACRO_STREAM__DENSE__NODE_3">
            <a:extLst>
              <a:ext uri="{FF2B5EF4-FFF2-40B4-BE49-F238E27FC236}">
                <a16:creationId xmlns:a16="http://schemas.microsoft.com/office/drawing/2014/main" id="{EE332813-A34C-47A8-9075-66D88771FBD9}"/>
              </a:ext>
            </a:extLst>
          </p:cNvPr>
          <p:cNvSpPr>
            <a:spLocks noGrp="1"/>
          </p:cNvSpPr>
          <p:nvPr/>
        </p:nvSpPr>
        <p:spPr>
          <a:xfrm>
            <a:off x="3961448" y="1122998"/>
            <a:ext cx="44768" cy="44768"/>
          </a:xfrm>
          <a:prstGeom prst="ellipse">
            <a:avLst/>
          </a:prstGeom>
          <a:solidFill>
            <a:srgbClr val="FFFFFF"/>
          </a:solidFill>
          <a:ln w="10001">
            <a:solidFill>
              <a:srgbClr val="3E8F8A"/>
            </a:solidFill>
            <a:prstDash val="solid"/>
          </a:ln>
        </p:spPr>
      </p:sp>
      <p:sp>
        <p:nvSpPr>
          <p:cNvPr id="134" name="FIG2_MACRO_STREAM__DENSE__NODE_4">
            <a:extLst>
              <a:ext uri="{FF2B5EF4-FFF2-40B4-BE49-F238E27FC236}">
                <a16:creationId xmlns:a16="http://schemas.microsoft.com/office/drawing/2014/main" id="{A717EDAA-A37A-4783-8057-C2C0A8970AA9}"/>
              </a:ext>
            </a:extLst>
          </p:cNvPr>
          <p:cNvSpPr>
            <a:spLocks noGrp="1"/>
          </p:cNvSpPr>
          <p:nvPr/>
        </p:nvSpPr>
        <p:spPr>
          <a:xfrm>
            <a:off x="4030504" y="1211104"/>
            <a:ext cx="44768" cy="44768"/>
          </a:xfrm>
          <a:prstGeom prst="ellipse">
            <a:avLst/>
          </a:prstGeom>
          <a:solidFill>
            <a:srgbClr val="FFFFFF"/>
          </a:solidFill>
          <a:ln w="10001">
            <a:solidFill>
              <a:srgbClr val="3E8F8A"/>
            </a:solidFill>
            <a:prstDash val="solid"/>
          </a:ln>
        </p:spPr>
      </p:sp>
      <p:sp>
        <p:nvSpPr>
          <p:cNvPr id="135" name="FIG2_MACRO_STREAM__DENSE__NODE_5">
            <a:extLst>
              <a:ext uri="{FF2B5EF4-FFF2-40B4-BE49-F238E27FC236}">
                <a16:creationId xmlns:a16="http://schemas.microsoft.com/office/drawing/2014/main" id="{2078E908-5A98-4713-808C-E4943ABCFC1F}"/>
              </a:ext>
            </a:extLst>
          </p:cNvPr>
          <p:cNvSpPr>
            <a:spLocks noGrp="1"/>
          </p:cNvSpPr>
          <p:nvPr/>
        </p:nvSpPr>
        <p:spPr>
          <a:xfrm>
            <a:off x="3985260" y="1323880"/>
            <a:ext cx="44768" cy="44768"/>
          </a:xfrm>
          <a:prstGeom prst="ellipse">
            <a:avLst/>
          </a:prstGeom>
          <a:solidFill>
            <a:srgbClr val="FFFFFF"/>
          </a:solidFill>
          <a:ln w="10001">
            <a:solidFill>
              <a:srgbClr val="3E8F8A"/>
            </a:solidFill>
            <a:prstDash val="solid"/>
          </a:ln>
        </p:spPr>
      </p:sp>
      <p:sp>
        <p:nvSpPr>
          <p:cNvPr id="136" name="FIG2_MACRO_STREAM__DENSE__NODE_6">
            <a:extLst>
              <a:ext uri="{FF2B5EF4-FFF2-40B4-BE49-F238E27FC236}">
                <a16:creationId xmlns:a16="http://schemas.microsoft.com/office/drawing/2014/main" id="{A9AD69C9-5B25-41A1-A07E-41FD6850839E}"/>
              </a:ext>
            </a:extLst>
          </p:cNvPr>
          <p:cNvSpPr>
            <a:spLocks noGrp="1"/>
          </p:cNvSpPr>
          <p:nvPr/>
        </p:nvSpPr>
        <p:spPr>
          <a:xfrm>
            <a:off x="3913823" y="1288637"/>
            <a:ext cx="44768" cy="44768"/>
          </a:xfrm>
          <a:prstGeom prst="ellipse">
            <a:avLst/>
          </a:prstGeom>
          <a:solidFill>
            <a:srgbClr val="FFFFFF"/>
          </a:solidFill>
          <a:ln w="10001">
            <a:solidFill>
              <a:srgbClr val="3E8F8A"/>
            </a:solidFill>
            <a:prstDash val="solid"/>
          </a:ln>
        </p:spPr>
      </p:sp>
      <p:sp>
        <p:nvSpPr>
          <p:cNvPr id="137" name="FIG2_MACRO_STREAM__GRAPH">
            <a:extLst>
              <a:ext uri="{FF2B5EF4-FFF2-40B4-BE49-F238E27FC236}">
                <a16:creationId xmlns:a16="http://schemas.microsoft.com/office/drawing/2014/main" id="{2FE026EC-57A8-4990-9DFD-31DE856AA4C1}"/>
              </a:ext>
            </a:extLst>
          </p:cNvPr>
          <p:cNvSpPr>
            <a:spLocks noGrp="1"/>
          </p:cNvSpPr>
          <p:nvPr/>
        </p:nvSpPr>
        <p:spPr>
          <a:xfrm>
            <a:off x="4181475" y="1028700"/>
            <a:ext cx="295275" cy="4000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38" name="FIG2_MACRO_STREAM__GRAPH__EDGE_1">
            <a:extLst>
              <a:ext uri="{FF2B5EF4-FFF2-40B4-BE49-F238E27FC236}">
                <a16:creationId xmlns:a16="http://schemas.microsoft.com/office/drawing/2014/main" id="{1F2A76B3-F004-42F0-9BDD-84FD3D25D6F8}"/>
              </a:ext>
            </a:extLst>
          </p:cNvPr>
          <p:cNvSpPr>
            <a:spLocks noGrp="1"/>
          </p:cNvSpPr>
          <p:nvPr/>
        </p:nvSpPr>
        <p:spPr>
          <a:xfrm flipV="1">
            <a:off x="4211003" y="1100709"/>
            <a:ext cx="53149" cy="136017"/>
          </a:xfrm>
          <a:prstGeom prst="line">
            <a:avLst/>
          </a:prstGeom>
          <a:noFill/>
          <a:ln w="11430">
            <a:solidFill>
              <a:srgbClr val="3E8F8A"/>
            </a:solidFill>
            <a:prstDash val="solid"/>
          </a:ln>
        </p:spPr>
      </p:sp>
      <p:sp>
        <p:nvSpPr>
          <p:cNvPr id="139" name="FIG2_MACRO_STREAM__GRAPH__EDGE_2">
            <a:extLst>
              <a:ext uri="{FF2B5EF4-FFF2-40B4-BE49-F238E27FC236}">
                <a16:creationId xmlns:a16="http://schemas.microsoft.com/office/drawing/2014/main" id="{96EA0D2E-5385-48B3-A149-AAF262188076}"/>
              </a:ext>
            </a:extLst>
          </p:cNvPr>
          <p:cNvSpPr>
            <a:spLocks noGrp="1"/>
          </p:cNvSpPr>
          <p:nvPr/>
        </p:nvSpPr>
        <p:spPr>
          <a:xfrm>
            <a:off x="4211003" y="1236726"/>
            <a:ext cx="67913" cy="80010"/>
          </a:xfrm>
          <a:prstGeom prst="line">
            <a:avLst/>
          </a:prstGeom>
          <a:noFill/>
          <a:ln w="6668">
            <a:solidFill>
              <a:srgbClr val="3E8F8A"/>
            </a:solidFill>
            <a:prstDash val="solid"/>
          </a:ln>
        </p:spPr>
      </p:sp>
      <p:sp>
        <p:nvSpPr>
          <p:cNvPr id="140" name="FIG2_MACRO_STREAM__GRAPH__EDGE_3">
            <a:extLst>
              <a:ext uri="{FF2B5EF4-FFF2-40B4-BE49-F238E27FC236}">
                <a16:creationId xmlns:a16="http://schemas.microsoft.com/office/drawing/2014/main" id="{3C24994E-760F-49D5-8BD0-759B7142A097}"/>
              </a:ext>
            </a:extLst>
          </p:cNvPr>
          <p:cNvSpPr>
            <a:spLocks noGrp="1"/>
          </p:cNvSpPr>
          <p:nvPr/>
        </p:nvSpPr>
        <p:spPr>
          <a:xfrm>
            <a:off x="4264152" y="1100709"/>
            <a:ext cx="73819" cy="28003"/>
          </a:xfrm>
          <a:prstGeom prst="line">
            <a:avLst/>
          </a:prstGeom>
          <a:noFill/>
          <a:ln w="10478">
            <a:solidFill>
              <a:srgbClr val="3E8F8A"/>
            </a:solidFill>
            <a:prstDash val="solid"/>
          </a:ln>
        </p:spPr>
      </p:sp>
      <p:sp>
        <p:nvSpPr>
          <p:cNvPr id="141" name="FIG2_MACRO_STREAM__GRAPH__EDGE_4">
            <a:extLst>
              <a:ext uri="{FF2B5EF4-FFF2-40B4-BE49-F238E27FC236}">
                <a16:creationId xmlns:a16="http://schemas.microsoft.com/office/drawing/2014/main" id="{AAB0BB26-D41A-4AF7-8E02-A74C70DD0EE4}"/>
              </a:ext>
            </a:extLst>
          </p:cNvPr>
          <p:cNvSpPr>
            <a:spLocks noGrp="1"/>
          </p:cNvSpPr>
          <p:nvPr/>
        </p:nvSpPr>
        <p:spPr>
          <a:xfrm>
            <a:off x="4264152" y="1100709"/>
            <a:ext cx="14764" cy="216027"/>
          </a:xfrm>
          <a:prstGeom prst="line">
            <a:avLst/>
          </a:prstGeom>
          <a:noFill/>
          <a:ln w="12859">
            <a:solidFill>
              <a:srgbClr val="3E8F8A"/>
            </a:solidFill>
            <a:prstDash val="solid"/>
          </a:ln>
        </p:spPr>
      </p:sp>
      <p:sp>
        <p:nvSpPr>
          <p:cNvPr id="142" name="FIG2_MACRO_STREAM__GRAPH__EDGE_5">
            <a:extLst>
              <a:ext uri="{FF2B5EF4-FFF2-40B4-BE49-F238E27FC236}">
                <a16:creationId xmlns:a16="http://schemas.microsoft.com/office/drawing/2014/main" id="{CC4A45BF-9B4F-4830-B0FC-1D4A05A39EBC}"/>
              </a:ext>
            </a:extLst>
          </p:cNvPr>
          <p:cNvSpPr>
            <a:spLocks noGrp="1"/>
          </p:cNvSpPr>
          <p:nvPr/>
        </p:nvSpPr>
        <p:spPr>
          <a:xfrm flipH="1">
            <a:off x="4278916" y="1128713"/>
            <a:ext cx="59055" cy="188024"/>
          </a:xfrm>
          <a:prstGeom prst="line">
            <a:avLst/>
          </a:prstGeom>
          <a:noFill/>
          <a:ln w="7620">
            <a:solidFill>
              <a:srgbClr val="3E8F8A"/>
            </a:solidFill>
            <a:prstDash val="solid"/>
          </a:ln>
        </p:spPr>
      </p:sp>
      <p:sp>
        <p:nvSpPr>
          <p:cNvPr id="143" name="FIG2_MACRO_STREAM__GRAPH__EDGE_6">
            <a:extLst>
              <a:ext uri="{FF2B5EF4-FFF2-40B4-BE49-F238E27FC236}">
                <a16:creationId xmlns:a16="http://schemas.microsoft.com/office/drawing/2014/main" id="{A8F0F885-E914-41D6-99E1-5F43C9650C6F}"/>
              </a:ext>
            </a:extLst>
          </p:cNvPr>
          <p:cNvSpPr>
            <a:spLocks noGrp="1"/>
          </p:cNvSpPr>
          <p:nvPr/>
        </p:nvSpPr>
        <p:spPr>
          <a:xfrm flipH="1">
            <a:off x="4367498" y="1228725"/>
            <a:ext cx="56102" cy="128016"/>
          </a:xfrm>
          <a:prstGeom prst="line">
            <a:avLst/>
          </a:prstGeom>
          <a:noFill/>
          <a:ln w="12383">
            <a:solidFill>
              <a:srgbClr val="3E8F8A"/>
            </a:solidFill>
            <a:prstDash val="solid"/>
          </a:ln>
        </p:spPr>
      </p:sp>
      <p:sp>
        <p:nvSpPr>
          <p:cNvPr id="144" name="FIG2_MACRO_STREAM__GRAPH__EDGE_7">
            <a:extLst>
              <a:ext uri="{FF2B5EF4-FFF2-40B4-BE49-F238E27FC236}">
                <a16:creationId xmlns:a16="http://schemas.microsoft.com/office/drawing/2014/main" id="{42BFD8C0-255E-4DE6-92D7-71BDF32BAD5E}"/>
              </a:ext>
            </a:extLst>
          </p:cNvPr>
          <p:cNvSpPr>
            <a:spLocks noGrp="1"/>
          </p:cNvSpPr>
          <p:nvPr/>
        </p:nvSpPr>
        <p:spPr>
          <a:xfrm flipH="1" flipV="1">
            <a:off x="4278916" y="1316736"/>
            <a:ext cx="88582" cy="40005"/>
          </a:xfrm>
          <a:prstGeom prst="line">
            <a:avLst/>
          </a:prstGeom>
          <a:noFill/>
          <a:ln w="8573">
            <a:solidFill>
              <a:srgbClr val="3E8F8A"/>
            </a:solidFill>
            <a:prstDash val="solid"/>
          </a:ln>
        </p:spPr>
      </p:sp>
      <p:sp>
        <p:nvSpPr>
          <p:cNvPr id="145" name="FIG2_MACRO_STREAM__GRAPH__NODE_1">
            <a:extLst>
              <a:ext uri="{FF2B5EF4-FFF2-40B4-BE49-F238E27FC236}">
                <a16:creationId xmlns:a16="http://schemas.microsoft.com/office/drawing/2014/main" id="{DB7B8B67-F367-4C85-9399-2BD738FC3B51}"/>
              </a:ext>
            </a:extLst>
          </p:cNvPr>
          <p:cNvSpPr>
            <a:spLocks noGrp="1"/>
          </p:cNvSpPr>
          <p:nvPr/>
        </p:nvSpPr>
        <p:spPr>
          <a:xfrm>
            <a:off x="4191953" y="1217676"/>
            <a:ext cx="38100" cy="38100"/>
          </a:xfrm>
          <a:prstGeom prst="ellipse">
            <a:avLst/>
          </a:prstGeom>
          <a:solidFill>
            <a:srgbClr val="FFFFFF"/>
          </a:solidFill>
          <a:ln w="10001">
            <a:solidFill>
              <a:srgbClr val="3E8F8A"/>
            </a:solidFill>
            <a:prstDash val="solid"/>
          </a:ln>
        </p:spPr>
      </p:sp>
      <p:sp>
        <p:nvSpPr>
          <p:cNvPr id="146" name="FIG2_MACRO_STREAM__GRAPH__NODE_2">
            <a:extLst>
              <a:ext uri="{FF2B5EF4-FFF2-40B4-BE49-F238E27FC236}">
                <a16:creationId xmlns:a16="http://schemas.microsoft.com/office/drawing/2014/main" id="{239AEFD8-034A-479D-83AB-7D21093E8FCF}"/>
              </a:ext>
            </a:extLst>
          </p:cNvPr>
          <p:cNvSpPr>
            <a:spLocks noGrp="1"/>
          </p:cNvSpPr>
          <p:nvPr/>
        </p:nvSpPr>
        <p:spPr>
          <a:xfrm>
            <a:off x="4245102" y="1081659"/>
            <a:ext cx="38100" cy="38100"/>
          </a:xfrm>
          <a:prstGeom prst="ellipse">
            <a:avLst/>
          </a:prstGeom>
          <a:solidFill>
            <a:srgbClr val="FFFFFF"/>
          </a:solidFill>
          <a:ln w="10001">
            <a:solidFill>
              <a:srgbClr val="3E8F8A"/>
            </a:solidFill>
            <a:prstDash val="solid"/>
          </a:ln>
        </p:spPr>
      </p:sp>
      <p:sp>
        <p:nvSpPr>
          <p:cNvPr id="147" name="FIG2_MACRO_STREAM__GRAPH__NODE_3">
            <a:extLst>
              <a:ext uri="{FF2B5EF4-FFF2-40B4-BE49-F238E27FC236}">
                <a16:creationId xmlns:a16="http://schemas.microsoft.com/office/drawing/2014/main" id="{A84104D4-F896-46DE-B608-728E99B05D79}"/>
              </a:ext>
            </a:extLst>
          </p:cNvPr>
          <p:cNvSpPr>
            <a:spLocks noGrp="1"/>
          </p:cNvSpPr>
          <p:nvPr/>
        </p:nvSpPr>
        <p:spPr>
          <a:xfrm>
            <a:off x="4318921" y="1109663"/>
            <a:ext cx="38100" cy="38100"/>
          </a:xfrm>
          <a:prstGeom prst="ellipse">
            <a:avLst/>
          </a:prstGeom>
          <a:solidFill>
            <a:srgbClr val="FFFFFF"/>
          </a:solidFill>
          <a:ln w="10001">
            <a:solidFill>
              <a:srgbClr val="3E8F8A"/>
            </a:solidFill>
            <a:prstDash val="solid"/>
          </a:ln>
        </p:spPr>
      </p:sp>
      <p:sp>
        <p:nvSpPr>
          <p:cNvPr id="148" name="FIG2_MACRO_STREAM__GRAPH__NODE_4">
            <a:extLst>
              <a:ext uri="{FF2B5EF4-FFF2-40B4-BE49-F238E27FC236}">
                <a16:creationId xmlns:a16="http://schemas.microsoft.com/office/drawing/2014/main" id="{5D566221-A08C-4E7B-BDD1-9FB9B0661C8F}"/>
              </a:ext>
            </a:extLst>
          </p:cNvPr>
          <p:cNvSpPr>
            <a:spLocks noGrp="1"/>
          </p:cNvSpPr>
          <p:nvPr/>
        </p:nvSpPr>
        <p:spPr>
          <a:xfrm>
            <a:off x="4404551" y="1209675"/>
            <a:ext cx="38100" cy="38100"/>
          </a:xfrm>
          <a:prstGeom prst="ellipse">
            <a:avLst/>
          </a:prstGeom>
          <a:solidFill>
            <a:srgbClr val="FFFFFF"/>
          </a:solidFill>
          <a:ln w="10001">
            <a:solidFill>
              <a:srgbClr val="3E8F8A"/>
            </a:solidFill>
            <a:prstDash val="solid"/>
          </a:ln>
        </p:spPr>
      </p:sp>
      <p:sp>
        <p:nvSpPr>
          <p:cNvPr id="149" name="FIG2_MACRO_STREAM__GRAPH__NODE_5">
            <a:extLst>
              <a:ext uri="{FF2B5EF4-FFF2-40B4-BE49-F238E27FC236}">
                <a16:creationId xmlns:a16="http://schemas.microsoft.com/office/drawing/2014/main" id="{45BAC75E-9000-4F41-8A09-A0761D3141BA}"/>
              </a:ext>
            </a:extLst>
          </p:cNvPr>
          <p:cNvSpPr>
            <a:spLocks noGrp="1"/>
          </p:cNvSpPr>
          <p:nvPr/>
        </p:nvSpPr>
        <p:spPr>
          <a:xfrm>
            <a:off x="4348448" y="1337691"/>
            <a:ext cx="38100" cy="38100"/>
          </a:xfrm>
          <a:prstGeom prst="ellipse">
            <a:avLst/>
          </a:prstGeom>
          <a:solidFill>
            <a:srgbClr val="FFFFFF"/>
          </a:solidFill>
          <a:ln w="10001">
            <a:solidFill>
              <a:srgbClr val="3E8F8A"/>
            </a:solidFill>
            <a:prstDash val="solid"/>
          </a:ln>
        </p:spPr>
      </p:sp>
      <p:sp>
        <p:nvSpPr>
          <p:cNvPr id="150" name="FIG2_MACRO_STREAM__GRAPH__NODE_6">
            <a:extLst>
              <a:ext uri="{FF2B5EF4-FFF2-40B4-BE49-F238E27FC236}">
                <a16:creationId xmlns:a16="http://schemas.microsoft.com/office/drawing/2014/main" id="{E1700115-1D0A-41E6-9DCC-B6618ECE82DF}"/>
              </a:ext>
            </a:extLst>
          </p:cNvPr>
          <p:cNvSpPr>
            <a:spLocks noGrp="1"/>
          </p:cNvSpPr>
          <p:nvPr/>
        </p:nvSpPr>
        <p:spPr>
          <a:xfrm>
            <a:off x="4259866" y="1297686"/>
            <a:ext cx="38100" cy="38100"/>
          </a:xfrm>
          <a:prstGeom prst="ellipse">
            <a:avLst/>
          </a:prstGeom>
          <a:solidFill>
            <a:srgbClr val="FFFFFF"/>
          </a:solidFill>
          <a:ln w="10001">
            <a:solidFill>
              <a:srgbClr val="3E8F8A"/>
            </a:solidFill>
            <a:prstDash val="solid"/>
          </a:ln>
        </p:spPr>
      </p:sp>
      <p:cxnSp>
        <p:nvCxnSpPr>
          <p:cNvPr id="567" name="FIG2_MACRO_STREAM__TOPK"/>
          <p:cNvCxnSpPr>
            <a:stCxn id="115" idx="3"/>
            <a:endCxn id="137" idx="1"/>
          </p:cNvCxnSpPr>
          <p:nvPr/>
        </p:nvCxnSpPr>
        <p:spPr>
          <a:xfrm flipV="1">
            <a:off x="4095750" y="1228725"/>
            <a:ext cx="85725" cy="4763"/>
          </a:xfrm>
          <a:prstGeom prst="straightConnector1">
            <a:avLst/>
          </a:prstGeom>
          <a:ln w="14288">
            <a:solidFill>
              <a:srgbClr val="3E8F8A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52" name="FIG2_MACRO_STREAM__K">
            <a:extLst>
              <a:ext uri="{FF2B5EF4-FFF2-40B4-BE49-F238E27FC236}">
                <a16:creationId xmlns:a16="http://schemas.microsoft.com/office/drawing/2014/main" id="{81BE3E2F-CF6B-4D0B-8028-E260E0E315D3}"/>
              </a:ext>
            </a:extLst>
          </p:cNvPr>
          <p:cNvSpPr>
            <a:spLocks noGrp="1"/>
          </p:cNvSpPr>
          <p:nvPr/>
        </p:nvSpPr>
        <p:spPr>
          <a:xfrm>
            <a:off x="3895725" y="857250"/>
            <a:ext cx="4572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288" tIns="4763" rIns="14288" bIns="4763" anchor="ctr">
            <a:noAutofit/>
          </a:bodyPr>
          <a:lstStyle/>
          <a:p>
            <a:pPr algn="ctr">
              <a:defRPr sz="1020" b="0" i="0">
                <a:solidFill>
                  <a:srgbClr val="5D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0" b="0" i="0">
                <a:solidFill>
                  <a:srgbClr val="5D7280"/>
                </a:solidFill>
                <a:latin typeface="Times New Roman"/>
                <a:ea typeface="Times New Roman"/>
                <a:cs typeface="Times New Roman"/>
              </a:rPr>
              <a:t>K=10</a:t>
            </a:r>
          </a:p>
        </p:txBody>
      </p:sp>
      <p:sp>
        <p:nvSpPr>
          <p:cNvPr id="153" name="FIG2_MACRO_STREAM__GRAPH_LABEL">
            <a:extLst>
              <a:ext uri="{FF2B5EF4-FFF2-40B4-BE49-F238E27FC236}">
                <a16:creationId xmlns:a16="http://schemas.microsoft.com/office/drawing/2014/main" id="{BB48BBDF-95D5-4384-864C-98729E3153D7}"/>
              </a:ext>
            </a:extLst>
          </p:cNvPr>
          <p:cNvSpPr>
            <a:spLocks noGrp="1"/>
          </p:cNvSpPr>
          <p:nvPr/>
        </p:nvSpPr>
        <p:spPr>
          <a:xfrm>
            <a:off x="3790950" y="1457325"/>
            <a:ext cx="6572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288" tIns="4763" rIns="14288" bIns="4763" anchor="ctr">
            <a:noAutofit/>
          </a:bodyPr>
          <a:lstStyle/>
          <a:p>
            <a:pPr algn="ctr">
              <a:def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Trend</a:t>
            </a:r>
          </a:p>
          <a:p>
            <a:pPr algn="ctr">
              <a:def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Graph</a:t>
            </a:r>
          </a:p>
        </p:txBody>
      </p:sp>
      <p:sp>
        <p:nvSpPr>
          <p:cNvPr id="154" name="FIG2_MACRO_STREAM__RN">
            <a:extLst>
              <a:ext uri="{FF2B5EF4-FFF2-40B4-BE49-F238E27FC236}">
                <a16:creationId xmlns:a16="http://schemas.microsoft.com/office/drawing/2014/main" id="{D2FC1930-C051-4468-8DC3-D048B0EFA763}"/>
              </a:ext>
            </a:extLst>
          </p:cNvPr>
          <p:cNvSpPr>
            <a:spLocks noGrp="1"/>
          </p:cNvSpPr>
          <p:nvPr/>
        </p:nvSpPr>
        <p:spPr>
          <a:xfrm>
            <a:off x="3476625" y="2009775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288" tIns="4763" rIns="14288" bIns="4763" anchor="ctr">
            <a:noAutofit/>
          </a:bodyPr>
          <a:lstStyle/>
          <a:p>
            <a:pPr algn="ctr">
              <a:defRPr sz="1100" b="0" i="0">
                <a:solidFill>
                  <a:srgbClr val="5D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0" i="0">
                <a:solidFill>
                  <a:srgbClr val="5D7280"/>
                </a:solidFill>
                <a:latin typeface="Times New Roman"/>
                <a:ea typeface="Times New Roman"/>
                <a:cs typeface="Times New Roman"/>
              </a:rPr>
              <a:t>RN</a:t>
            </a:r>
          </a:p>
        </p:txBody>
      </p:sp>
      <p:sp>
        <p:nvSpPr>
          <p:cNvPr id="155" name="FIG2_MACRO_FUSION">
            <a:extLst>
              <a:ext uri="{FF2B5EF4-FFF2-40B4-BE49-F238E27FC236}">
                <a16:creationId xmlns:a16="http://schemas.microsoft.com/office/drawing/2014/main" id="{39B6A167-BC51-439C-818B-08DABFFFF403}"/>
              </a:ext>
            </a:extLst>
          </p:cNvPr>
          <p:cNvSpPr>
            <a:spLocks noGrp="1"/>
          </p:cNvSpPr>
          <p:nvPr/>
        </p:nvSpPr>
        <p:spPr>
          <a:xfrm>
            <a:off x="4533900" y="866775"/>
            <a:ext cx="762000" cy="9525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56" name="FIG2_MACRO_FUSION__SIGMA">
            <a:extLst>
              <a:ext uri="{FF2B5EF4-FFF2-40B4-BE49-F238E27FC236}">
                <a16:creationId xmlns:a16="http://schemas.microsoft.com/office/drawing/2014/main" id="{1843C203-0030-47BF-BCED-B613CBE99835}"/>
              </a:ext>
            </a:extLst>
          </p:cNvPr>
          <p:cNvSpPr>
            <a:spLocks noGrp="1"/>
          </p:cNvSpPr>
          <p:nvPr/>
        </p:nvSpPr>
        <p:spPr>
          <a:xfrm>
            <a:off x="4552950" y="1095375"/>
            <a:ext cx="266700" cy="266700"/>
          </a:xfrm>
          <a:prstGeom prst="ellipse">
            <a:avLst/>
          </a:prstGeom>
          <a:solidFill>
            <a:srgbClr val="FFFFFF"/>
          </a:solidFill>
          <a:ln w="10954">
            <a:solidFill>
              <a:srgbClr val="3E8F8A"/>
            </a:solidFill>
            <a:prstDash val="solid"/>
          </a:ln>
        </p:spPr>
        <p:txBody>
          <a:bodyPr wrap="square" lIns="14288" tIns="4763" rIns="14288" bIns="4763" anchor="ctr">
            <a:normAutofit fontScale="90379"/>
          </a:bodyPr>
          <a:lstStyle/>
          <a:p>
            <a:pPr algn="ctr">
              <a:defRPr sz="1300" b="0" i="0">
                <a:solidFill>
                  <a:srgbClr val="3E8F8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 b="0" i="0">
                <a:solidFill>
                  <a:srgbClr val="3E8F8A"/>
                </a:solidFill>
                <a:latin typeface="Times New Roman"/>
                <a:ea typeface="Times New Roman"/>
                <a:cs typeface="Times New Roman"/>
              </a:rPr>
              <a:t>Σ</a:t>
            </a:r>
          </a:p>
        </p:txBody>
      </p:sp>
      <p:sp>
        <p:nvSpPr>
          <p:cNvPr id="157" name="FIG2_MACRO_FUSION__PRIOR">
            <a:extLst>
              <a:ext uri="{FF2B5EF4-FFF2-40B4-BE49-F238E27FC236}">
                <a16:creationId xmlns:a16="http://schemas.microsoft.com/office/drawing/2014/main" id="{EF62BAC7-8D8D-4875-9F5F-3285C18ABDC8}"/>
              </a:ext>
            </a:extLst>
          </p:cNvPr>
          <p:cNvSpPr>
            <a:spLocks noGrp="1"/>
          </p:cNvSpPr>
          <p:nvPr/>
        </p:nvSpPr>
        <p:spPr>
          <a:xfrm>
            <a:off x="4914900" y="1028700"/>
            <a:ext cx="352425" cy="4191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58" name="FIG2_MACRO_FUSION__PRIOR__EDGE_1">
            <a:extLst>
              <a:ext uri="{FF2B5EF4-FFF2-40B4-BE49-F238E27FC236}">
                <a16:creationId xmlns:a16="http://schemas.microsoft.com/office/drawing/2014/main" id="{868CAFAD-2489-429F-BD00-CCBF2875F174}"/>
              </a:ext>
            </a:extLst>
          </p:cNvPr>
          <p:cNvSpPr>
            <a:spLocks noGrp="1"/>
          </p:cNvSpPr>
          <p:nvPr/>
        </p:nvSpPr>
        <p:spPr>
          <a:xfrm flipV="1">
            <a:off x="4950143" y="1104138"/>
            <a:ext cx="63436" cy="142494"/>
          </a:xfrm>
          <a:prstGeom prst="line">
            <a:avLst/>
          </a:prstGeom>
          <a:noFill/>
          <a:ln w="16193">
            <a:solidFill>
              <a:srgbClr val="3E8F8A"/>
            </a:solidFill>
            <a:prstDash val="solid"/>
          </a:ln>
        </p:spPr>
      </p:sp>
      <p:sp>
        <p:nvSpPr>
          <p:cNvPr id="159" name="FIG2_MACRO_FUSION__PRIOR__EDGE_2">
            <a:extLst>
              <a:ext uri="{FF2B5EF4-FFF2-40B4-BE49-F238E27FC236}">
                <a16:creationId xmlns:a16="http://schemas.microsoft.com/office/drawing/2014/main" id="{BFF4D9E3-0152-4138-9A29-E129DC991BC9}"/>
              </a:ext>
            </a:extLst>
          </p:cNvPr>
          <p:cNvSpPr>
            <a:spLocks noGrp="1"/>
          </p:cNvSpPr>
          <p:nvPr/>
        </p:nvSpPr>
        <p:spPr>
          <a:xfrm>
            <a:off x="4950143" y="1246632"/>
            <a:ext cx="81058" cy="83820"/>
          </a:xfrm>
          <a:prstGeom prst="line">
            <a:avLst/>
          </a:prstGeom>
          <a:noFill/>
          <a:ln w="8573">
            <a:solidFill>
              <a:srgbClr val="3E8F8A"/>
            </a:solidFill>
            <a:prstDash val="solid"/>
          </a:ln>
        </p:spPr>
      </p:sp>
      <p:sp>
        <p:nvSpPr>
          <p:cNvPr id="160" name="FIG2_MACRO_FUSION__PRIOR__EDGE_3">
            <a:extLst>
              <a:ext uri="{FF2B5EF4-FFF2-40B4-BE49-F238E27FC236}">
                <a16:creationId xmlns:a16="http://schemas.microsoft.com/office/drawing/2014/main" id="{DCF842F4-7C7B-4D35-8E70-26E3D657CE03}"/>
              </a:ext>
            </a:extLst>
          </p:cNvPr>
          <p:cNvSpPr>
            <a:spLocks noGrp="1"/>
          </p:cNvSpPr>
          <p:nvPr/>
        </p:nvSpPr>
        <p:spPr>
          <a:xfrm>
            <a:off x="5013579" y="1104138"/>
            <a:ext cx="88106" cy="29337"/>
          </a:xfrm>
          <a:prstGeom prst="line">
            <a:avLst/>
          </a:prstGeom>
          <a:noFill/>
          <a:ln w="13335">
            <a:solidFill>
              <a:srgbClr val="3E8F8A"/>
            </a:solidFill>
            <a:prstDash val="solid"/>
          </a:ln>
        </p:spPr>
      </p:sp>
      <p:sp>
        <p:nvSpPr>
          <p:cNvPr id="161" name="FIG2_MACRO_FUSION__PRIOR__EDGE_4">
            <a:extLst>
              <a:ext uri="{FF2B5EF4-FFF2-40B4-BE49-F238E27FC236}">
                <a16:creationId xmlns:a16="http://schemas.microsoft.com/office/drawing/2014/main" id="{A15EBF1F-74BC-4130-AF30-53584BA45BB0}"/>
              </a:ext>
            </a:extLst>
          </p:cNvPr>
          <p:cNvSpPr>
            <a:spLocks noGrp="1"/>
          </p:cNvSpPr>
          <p:nvPr/>
        </p:nvSpPr>
        <p:spPr>
          <a:xfrm>
            <a:off x="5013579" y="1104138"/>
            <a:ext cx="17621" cy="226314"/>
          </a:xfrm>
          <a:prstGeom prst="line">
            <a:avLst/>
          </a:prstGeom>
          <a:noFill/>
          <a:ln w="18098">
            <a:solidFill>
              <a:srgbClr val="3E8F8A"/>
            </a:solidFill>
            <a:prstDash val="solid"/>
          </a:ln>
        </p:spPr>
      </p:sp>
      <p:sp>
        <p:nvSpPr>
          <p:cNvPr id="162" name="FIG2_MACRO_FUSION__PRIOR__EDGE_5">
            <a:extLst>
              <a:ext uri="{FF2B5EF4-FFF2-40B4-BE49-F238E27FC236}">
                <a16:creationId xmlns:a16="http://schemas.microsoft.com/office/drawing/2014/main" id="{0784EC77-2794-4934-9924-9BB3F13CBC0C}"/>
              </a:ext>
            </a:extLst>
          </p:cNvPr>
          <p:cNvSpPr>
            <a:spLocks noGrp="1"/>
          </p:cNvSpPr>
          <p:nvPr/>
        </p:nvSpPr>
        <p:spPr>
          <a:xfrm flipH="1">
            <a:off x="5031200" y="1133475"/>
            <a:ext cx="70485" cy="196977"/>
          </a:xfrm>
          <a:prstGeom prst="line">
            <a:avLst/>
          </a:prstGeom>
          <a:noFill/>
          <a:ln w="10478">
            <a:solidFill>
              <a:srgbClr val="3E8F8A"/>
            </a:solidFill>
            <a:prstDash val="solid"/>
          </a:ln>
        </p:spPr>
      </p:sp>
      <p:sp>
        <p:nvSpPr>
          <p:cNvPr id="163" name="FIG2_MACRO_FUSION__PRIOR__EDGE_6">
            <a:extLst>
              <a:ext uri="{FF2B5EF4-FFF2-40B4-BE49-F238E27FC236}">
                <a16:creationId xmlns:a16="http://schemas.microsoft.com/office/drawing/2014/main" id="{E0503DDA-467F-42A8-99D0-B69F37EBEEB9}"/>
              </a:ext>
            </a:extLst>
          </p:cNvPr>
          <p:cNvSpPr>
            <a:spLocks noGrp="1"/>
          </p:cNvSpPr>
          <p:nvPr/>
        </p:nvSpPr>
        <p:spPr>
          <a:xfrm flipH="1">
            <a:off x="5136928" y="1238250"/>
            <a:ext cx="66961" cy="134112"/>
          </a:xfrm>
          <a:prstGeom prst="line">
            <a:avLst/>
          </a:prstGeom>
          <a:noFill/>
          <a:ln w="14288">
            <a:solidFill>
              <a:srgbClr val="3E8F8A"/>
            </a:solidFill>
            <a:prstDash val="solid"/>
          </a:ln>
        </p:spPr>
      </p:sp>
      <p:sp>
        <p:nvSpPr>
          <p:cNvPr id="164" name="FIG2_MACRO_FUSION__PRIOR__EDGE_7">
            <a:extLst>
              <a:ext uri="{FF2B5EF4-FFF2-40B4-BE49-F238E27FC236}">
                <a16:creationId xmlns:a16="http://schemas.microsoft.com/office/drawing/2014/main" id="{19C01E55-FEFB-4DD2-BC2D-0D5BC0FE3788}"/>
              </a:ext>
            </a:extLst>
          </p:cNvPr>
          <p:cNvSpPr>
            <a:spLocks noGrp="1"/>
          </p:cNvSpPr>
          <p:nvPr/>
        </p:nvSpPr>
        <p:spPr>
          <a:xfrm flipH="1" flipV="1">
            <a:off x="5031200" y="1330452"/>
            <a:ext cx="105727" cy="41910"/>
          </a:xfrm>
          <a:prstGeom prst="line">
            <a:avLst/>
          </a:prstGeom>
          <a:noFill/>
          <a:ln w="11430">
            <a:solidFill>
              <a:srgbClr val="3E8F8A"/>
            </a:solidFill>
            <a:prstDash val="solid"/>
          </a:ln>
        </p:spPr>
      </p:sp>
      <p:sp>
        <p:nvSpPr>
          <p:cNvPr id="165" name="FIG2_MACRO_FUSION__PRIOR__NODE_1">
            <a:extLst>
              <a:ext uri="{FF2B5EF4-FFF2-40B4-BE49-F238E27FC236}">
                <a16:creationId xmlns:a16="http://schemas.microsoft.com/office/drawing/2014/main" id="{A599281D-91A5-43F3-AF75-BDD327AD63DB}"/>
              </a:ext>
            </a:extLst>
          </p:cNvPr>
          <p:cNvSpPr>
            <a:spLocks noGrp="1"/>
          </p:cNvSpPr>
          <p:nvPr/>
        </p:nvSpPr>
        <p:spPr>
          <a:xfrm>
            <a:off x="4928711" y="1225201"/>
            <a:ext cx="42863" cy="42863"/>
          </a:xfrm>
          <a:prstGeom prst="ellipse">
            <a:avLst/>
          </a:prstGeom>
          <a:solidFill>
            <a:srgbClr val="FFFFFF"/>
          </a:solidFill>
          <a:ln w="10001">
            <a:solidFill>
              <a:srgbClr val="3E8F8A"/>
            </a:solidFill>
            <a:prstDash val="solid"/>
          </a:ln>
        </p:spPr>
      </p:sp>
      <p:sp>
        <p:nvSpPr>
          <p:cNvPr id="166" name="FIG2_MACRO_FUSION__PRIOR__NODE_2">
            <a:extLst>
              <a:ext uri="{FF2B5EF4-FFF2-40B4-BE49-F238E27FC236}">
                <a16:creationId xmlns:a16="http://schemas.microsoft.com/office/drawing/2014/main" id="{4E302107-83B6-46B7-9E25-18B0D1882ECB}"/>
              </a:ext>
            </a:extLst>
          </p:cNvPr>
          <p:cNvSpPr>
            <a:spLocks noGrp="1"/>
          </p:cNvSpPr>
          <p:nvPr/>
        </p:nvSpPr>
        <p:spPr>
          <a:xfrm>
            <a:off x="4992148" y="1082707"/>
            <a:ext cx="42863" cy="42863"/>
          </a:xfrm>
          <a:prstGeom prst="ellipse">
            <a:avLst/>
          </a:prstGeom>
          <a:solidFill>
            <a:srgbClr val="FFFFFF"/>
          </a:solidFill>
          <a:ln w="10001">
            <a:solidFill>
              <a:srgbClr val="3E8F8A"/>
            </a:solidFill>
            <a:prstDash val="solid"/>
          </a:ln>
        </p:spPr>
      </p:sp>
      <p:sp>
        <p:nvSpPr>
          <p:cNvPr id="167" name="FIG2_MACRO_FUSION__PRIOR__NODE_3">
            <a:extLst>
              <a:ext uri="{FF2B5EF4-FFF2-40B4-BE49-F238E27FC236}">
                <a16:creationId xmlns:a16="http://schemas.microsoft.com/office/drawing/2014/main" id="{F49F34CF-56C0-4785-A125-C57ED0739861}"/>
              </a:ext>
            </a:extLst>
          </p:cNvPr>
          <p:cNvSpPr>
            <a:spLocks noGrp="1"/>
          </p:cNvSpPr>
          <p:nvPr/>
        </p:nvSpPr>
        <p:spPr>
          <a:xfrm>
            <a:off x="5080254" y="1112044"/>
            <a:ext cx="42863" cy="42863"/>
          </a:xfrm>
          <a:prstGeom prst="ellipse">
            <a:avLst/>
          </a:prstGeom>
          <a:solidFill>
            <a:srgbClr val="FFFFFF"/>
          </a:solidFill>
          <a:ln w="10001">
            <a:solidFill>
              <a:srgbClr val="3E8F8A"/>
            </a:solidFill>
            <a:prstDash val="solid"/>
          </a:ln>
        </p:spPr>
      </p:sp>
      <p:sp>
        <p:nvSpPr>
          <p:cNvPr id="168" name="FIG2_MACRO_FUSION__PRIOR__NODE_4">
            <a:extLst>
              <a:ext uri="{FF2B5EF4-FFF2-40B4-BE49-F238E27FC236}">
                <a16:creationId xmlns:a16="http://schemas.microsoft.com/office/drawing/2014/main" id="{E15FC849-0C37-4807-B549-06DB5BFF6C7A}"/>
              </a:ext>
            </a:extLst>
          </p:cNvPr>
          <p:cNvSpPr>
            <a:spLocks noGrp="1"/>
          </p:cNvSpPr>
          <p:nvPr/>
        </p:nvSpPr>
        <p:spPr>
          <a:xfrm>
            <a:off x="5182457" y="1216819"/>
            <a:ext cx="42863" cy="42863"/>
          </a:xfrm>
          <a:prstGeom prst="ellipse">
            <a:avLst/>
          </a:prstGeom>
          <a:solidFill>
            <a:srgbClr val="FFFFFF"/>
          </a:solidFill>
          <a:ln w="10001">
            <a:solidFill>
              <a:srgbClr val="3E8F8A"/>
            </a:solidFill>
            <a:prstDash val="solid"/>
          </a:ln>
        </p:spPr>
      </p:sp>
      <p:sp>
        <p:nvSpPr>
          <p:cNvPr id="169" name="FIG2_MACRO_FUSION__PRIOR__NODE_5">
            <a:extLst>
              <a:ext uri="{FF2B5EF4-FFF2-40B4-BE49-F238E27FC236}">
                <a16:creationId xmlns:a16="http://schemas.microsoft.com/office/drawing/2014/main" id="{2951CA4C-6839-4C38-B75F-2B8B2EF10283}"/>
              </a:ext>
            </a:extLst>
          </p:cNvPr>
          <p:cNvSpPr>
            <a:spLocks noGrp="1"/>
          </p:cNvSpPr>
          <p:nvPr/>
        </p:nvSpPr>
        <p:spPr>
          <a:xfrm>
            <a:off x="5115496" y="1350931"/>
            <a:ext cx="42863" cy="42863"/>
          </a:xfrm>
          <a:prstGeom prst="ellipse">
            <a:avLst/>
          </a:prstGeom>
          <a:solidFill>
            <a:srgbClr val="FFFFFF"/>
          </a:solidFill>
          <a:ln w="10001">
            <a:solidFill>
              <a:srgbClr val="3E8F8A"/>
            </a:solidFill>
            <a:prstDash val="solid"/>
          </a:ln>
        </p:spPr>
      </p:sp>
      <p:sp>
        <p:nvSpPr>
          <p:cNvPr id="170" name="FIG2_MACRO_FUSION__PRIOR__NODE_6">
            <a:extLst>
              <a:ext uri="{FF2B5EF4-FFF2-40B4-BE49-F238E27FC236}">
                <a16:creationId xmlns:a16="http://schemas.microsoft.com/office/drawing/2014/main" id="{02D0E5D9-6E8C-4CCD-84ED-6D045D489862}"/>
              </a:ext>
            </a:extLst>
          </p:cNvPr>
          <p:cNvSpPr>
            <a:spLocks noGrp="1"/>
          </p:cNvSpPr>
          <p:nvPr/>
        </p:nvSpPr>
        <p:spPr>
          <a:xfrm>
            <a:off x="5009769" y="1309021"/>
            <a:ext cx="42863" cy="42863"/>
          </a:xfrm>
          <a:prstGeom prst="ellipse">
            <a:avLst/>
          </a:prstGeom>
          <a:solidFill>
            <a:srgbClr val="FFFFFF"/>
          </a:solidFill>
          <a:ln w="10001">
            <a:solidFill>
              <a:srgbClr val="3E8F8A"/>
            </a:solidFill>
            <a:prstDash val="solid"/>
          </a:ln>
        </p:spPr>
      </p:sp>
      <p:cxnSp>
        <p:nvCxnSpPr>
          <p:cNvPr id="587" name="FIG2_MACRO_STREAM__A1"/>
          <p:cNvCxnSpPr>
            <a:stCxn id="69" idx="3"/>
            <a:endCxn id="79" idx="1"/>
          </p:cNvCxnSpPr>
          <p:nvPr/>
        </p:nvCxnSpPr>
        <p:spPr>
          <a:xfrm flipV="1">
            <a:off x="2514600" y="1238250"/>
            <a:ext cx="142875" cy="4763"/>
          </a:xfrm>
          <a:prstGeom prst="straightConnector1">
            <a:avLst/>
          </a:prstGeom>
          <a:ln w="15240">
            <a:solidFill>
              <a:srgbClr val="3E8F8A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588" name="FIG2_MACRO_STREAM__A2"/>
          <p:cNvCxnSpPr>
            <a:stCxn id="79" idx="3"/>
            <a:endCxn id="96" idx="1"/>
          </p:cNvCxnSpPr>
          <p:nvPr/>
        </p:nvCxnSpPr>
        <p:spPr>
          <a:xfrm flipV="1">
            <a:off x="3038475" y="1233488"/>
            <a:ext cx="171450" cy="4763"/>
          </a:xfrm>
          <a:prstGeom prst="straightConnector1">
            <a:avLst/>
          </a:prstGeom>
          <a:ln w="15240">
            <a:solidFill>
              <a:srgbClr val="3E8F8A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589" name="FIG2_MACRO_STREAM__A3"/>
          <p:cNvCxnSpPr>
            <a:stCxn id="96" idx="3"/>
            <a:endCxn id="115" idx="1"/>
          </p:cNvCxnSpPr>
          <p:nvPr/>
        </p:nvCxnSpPr>
        <p:spPr>
          <a:xfrm>
            <a:off x="3676650" y="1233488"/>
            <a:ext cx="180975" cy="0"/>
          </a:xfrm>
          <a:prstGeom prst="straightConnector1">
            <a:avLst/>
          </a:prstGeom>
          <a:ln w="15240">
            <a:solidFill>
              <a:srgbClr val="3E8F8A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590" name="FIG2_MACRO_FUSION__SEMANTIC"/>
          <p:cNvCxnSpPr>
            <a:stCxn id="137" idx="3"/>
            <a:endCxn id="156" idx="2"/>
          </p:cNvCxnSpPr>
          <p:nvPr/>
        </p:nvCxnSpPr>
        <p:spPr>
          <a:xfrm>
            <a:off x="4476750" y="1228725"/>
            <a:ext cx="76200" cy="0"/>
          </a:xfrm>
          <a:prstGeom prst="straightConnector1">
            <a:avLst/>
          </a:prstGeom>
          <a:ln w="15716">
            <a:solidFill>
              <a:srgbClr val="3E8F8A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591" name="FIG2_MACRO_FUSION__OUTPUT"/>
          <p:cNvCxnSpPr>
            <a:stCxn id="156" idx="6"/>
            <a:endCxn id="157" idx="1"/>
          </p:cNvCxnSpPr>
          <p:nvPr/>
        </p:nvCxnSpPr>
        <p:spPr>
          <a:xfrm>
            <a:off x="4819650" y="1228725"/>
            <a:ext cx="95250" cy="9525"/>
          </a:xfrm>
          <a:prstGeom prst="straightConnector1">
            <a:avLst/>
          </a:prstGeom>
          <a:ln w="15716">
            <a:solidFill>
              <a:srgbClr val="3E8F8A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76" name="FIG2_MACRO_FUSION__W_SEMANTIC">
            <a:extLst>
              <a:ext uri="{FF2B5EF4-FFF2-40B4-BE49-F238E27FC236}">
                <a16:creationId xmlns:a16="http://schemas.microsoft.com/office/drawing/2014/main" id="{5454058D-8883-4C7C-8966-83D8B1396736}"/>
              </a:ext>
            </a:extLst>
          </p:cNvPr>
          <p:cNvSpPr>
            <a:spLocks noGrp="1"/>
          </p:cNvSpPr>
          <p:nvPr/>
        </p:nvSpPr>
        <p:spPr>
          <a:xfrm>
            <a:off x="4371975" y="914400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288" tIns="4763" rIns="14288" bIns="4763" anchor="ctr">
            <a:noAutofit/>
          </a:bodyPr>
          <a:lstStyle/>
          <a:p>
            <a:pPr algn="ctr">
              <a:defRPr sz="1020" b="0" i="0">
                <a:solidFill>
                  <a:srgbClr val="3E8F8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0" b="0" i="0">
                <a:solidFill>
                  <a:srgbClr val="3E8F8A"/>
                </a:solidFill>
                <a:latin typeface="Times New Roman"/>
                <a:ea typeface="Times New Roman"/>
                <a:cs typeface="Times New Roman"/>
              </a:rPr>
              <a:t>0.7</a:t>
            </a:r>
          </a:p>
        </p:txBody>
      </p:sp>
      <p:sp>
        <p:nvSpPr>
          <p:cNvPr id="177" name="FIG2_MACRO_FUSION__PRIOR_LABEL">
            <a:extLst>
              <a:ext uri="{FF2B5EF4-FFF2-40B4-BE49-F238E27FC236}">
                <a16:creationId xmlns:a16="http://schemas.microsoft.com/office/drawing/2014/main" id="{C9C4EA59-56E1-4BD3-8782-7F460A75CE5E}"/>
              </a:ext>
            </a:extLst>
          </p:cNvPr>
          <p:cNvSpPr>
            <a:spLocks noGrp="1"/>
          </p:cNvSpPr>
          <p:nvPr/>
        </p:nvSpPr>
        <p:spPr>
          <a:xfrm>
            <a:off x="4717475" y="1466850"/>
            <a:ext cx="590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288" tIns="4763" rIns="14288" bIns="4763" anchor="ctr">
            <a:noAutofit/>
          </a:bodyPr>
          <a:lstStyle/>
          <a:p>
            <a:pPr algn="ctr">
              <a:def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0" b="0" i="0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Macro</a:t>
            </a:r>
          </a:p>
          <a:p>
            <a:pPr algn="ctr">
              <a:def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0" b="0" i="0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Prior</a:t>
            </a:r>
          </a:p>
        </p:txBody>
      </p:sp>
      <p:sp>
        <p:nvSpPr>
          <p:cNvPr id="178" name="FIG2_MICRO_STREAM__LANE">
            <a:extLst>
              <a:ext uri="{FF2B5EF4-FFF2-40B4-BE49-F238E27FC236}">
                <a16:creationId xmlns:a16="http://schemas.microsoft.com/office/drawing/2014/main" id="{331218B1-35AE-460B-8579-36620F2AFA48}"/>
              </a:ext>
            </a:extLst>
          </p:cNvPr>
          <p:cNvSpPr>
            <a:spLocks noGrp="1"/>
          </p:cNvSpPr>
          <p:nvPr/>
        </p:nvSpPr>
        <p:spPr>
          <a:xfrm>
            <a:off x="2667000" y="2628900"/>
            <a:ext cx="8667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288" tIns="4763" rIns="14288" bIns="4763" anchor="ctr">
            <a:normAutofit fontScale="81730"/>
          </a:bodyPr>
          <a:lstStyle/>
          <a:p>
            <a:pPr algn="l">
              <a:defRPr sz="1300" b="0" i="0">
                <a:solidFill>
                  <a:srgbClr val="D986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 b="0" i="0">
                <a:solidFill>
                  <a:srgbClr val="D9863D"/>
                </a:solidFill>
                <a:latin typeface="Times New Roman"/>
                <a:ea typeface="Times New Roman"/>
                <a:cs typeface="Times New Roman"/>
              </a:rPr>
              <a:t>Micro</a:t>
            </a:r>
          </a:p>
        </p:txBody>
      </p:sp>
      <p:sp>
        <p:nvSpPr>
          <p:cNvPr id="179" name="FIG2_MICRO_STREAM__INPUT">
            <a:extLst>
              <a:ext uri="{FF2B5EF4-FFF2-40B4-BE49-F238E27FC236}">
                <a16:creationId xmlns:a16="http://schemas.microsoft.com/office/drawing/2014/main" id="{CAD97822-FB54-4BD2-BE3F-2ED92882054A}"/>
              </a:ext>
            </a:extLst>
          </p:cNvPr>
          <p:cNvSpPr>
            <a:spLocks noGrp="1"/>
          </p:cNvSpPr>
          <p:nvPr/>
        </p:nvSpPr>
        <p:spPr>
          <a:xfrm>
            <a:off x="2019300" y="2905125"/>
            <a:ext cx="495300" cy="371475"/>
          </a:xfrm>
          <a:prstGeom prst="roundRect">
            <a:avLst>
              <a:gd name="adj" fmla="val 20513"/>
            </a:avLst>
          </a:prstGeom>
          <a:solidFill>
            <a:srgbClr val="FFF0DF"/>
          </a:solidFill>
          <a:ln w="8573">
            <a:solidFill>
              <a:srgbClr val="D9863D"/>
            </a:solidFill>
            <a:prstDash val="solid"/>
          </a:ln>
        </p:spPr>
      </p:sp>
      <p:sp>
        <p:nvSpPr>
          <p:cNvPr id="180" name="FIG2_MICRO_STREAM__INPUT__WAVE_1">
            <a:extLst>
              <a:ext uri="{FF2B5EF4-FFF2-40B4-BE49-F238E27FC236}">
                <a16:creationId xmlns:a16="http://schemas.microsoft.com/office/drawing/2014/main" id="{CC45514D-A9B6-456B-9197-5F9EA5F5AC8F}"/>
              </a:ext>
            </a:extLst>
          </p:cNvPr>
          <p:cNvSpPr>
            <a:spLocks noGrp="1"/>
          </p:cNvSpPr>
          <p:nvPr/>
        </p:nvSpPr>
        <p:spPr>
          <a:xfrm flipV="1">
            <a:off x="2066925" y="3002280"/>
            <a:ext cx="50006" cy="94488"/>
          </a:xfrm>
          <a:prstGeom prst="line">
            <a:avLst/>
          </a:prstGeom>
          <a:noFill/>
          <a:ln w="12859">
            <a:solidFill>
              <a:srgbClr val="D9863D"/>
            </a:solidFill>
            <a:prstDash val="solid"/>
          </a:ln>
        </p:spPr>
      </p:sp>
      <p:sp>
        <p:nvSpPr>
          <p:cNvPr id="181" name="FIG2_MICRO_STREAM__INPUT__WAVE_2">
            <a:extLst>
              <a:ext uri="{FF2B5EF4-FFF2-40B4-BE49-F238E27FC236}">
                <a16:creationId xmlns:a16="http://schemas.microsoft.com/office/drawing/2014/main" id="{0EB5E297-644A-49A7-AA2D-6CAC28659276}"/>
              </a:ext>
            </a:extLst>
          </p:cNvPr>
          <p:cNvSpPr>
            <a:spLocks noGrp="1"/>
          </p:cNvSpPr>
          <p:nvPr/>
        </p:nvSpPr>
        <p:spPr>
          <a:xfrm>
            <a:off x="2116931" y="3002280"/>
            <a:ext cx="50006" cy="159449"/>
          </a:xfrm>
          <a:prstGeom prst="line">
            <a:avLst/>
          </a:prstGeom>
          <a:noFill/>
          <a:ln w="12859">
            <a:solidFill>
              <a:srgbClr val="D9863D"/>
            </a:solidFill>
            <a:prstDash val="solid"/>
          </a:ln>
        </p:spPr>
      </p:sp>
      <p:sp>
        <p:nvSpPr>
          <p:cNvPr id="182" name="FIG2_MICRO_STREAM__INPUT__WAVE_3">
            <a:extLst>
              <a:ext uri="{FF2B5EF4-FFF2-40B4-BE49-F238E27FC236}">
                <a16:creationId xmlns:a16="http://schemas.microsoft.com/office/drawing/2014/main" id="{16CAC9D3-1934-4442-A2B4-96CB4063C3F8}"/>
              </a:ext>
            </a:extLst>
          </p:cNvPr>
          <p:cNvSpPr>
            <a:spLocks noGrp="1"/>
          </p:cNvSpPr>
          <p:nvPr/>
        </p:nvSpPr>
        <p:spPr>
          <a:xfrm flipV="1">
            <a:off x="2166938" y="3040666"/>
            <a:ext cx="50006" cy="121063"/>
          </a:xfrm>
          <a:prstGeom prst="line">
            <a:avLst/>
          </a:prstGeom>
          <a:noFill/>
          <a:ln w="12859">
            <a:solidFill>
              <a:srgbClr val="D9863D"/>
            </a:solidFill>
            <a:prstDash val="solid"/>
          </a:ln>
        </p:spPr>
      </p:sp>
      <p:sp>
        <p:nvSpPr>
          <p:cNvPr id="183" name="FIG2_MICRO_STREAM__INPUT__WAVE_4">
            <a:extLst>
              <a:ext uri="{FF2B5EF4-FFF2-40B4-BE49-F238E27FC236}">
                <a16:creationId xmlns:a16="http://schemas.microsoft.com/office/drawing/2014/main" id="{9F327320-631F-4EC8-A7DF-10EDB0193425}"/>
              </a:ext>
            </a:extLst>
          </p:cNvPr>
          <p:cNvSpPr>
            <a:spLocks noGrp="1"/>
          </p:cNvSpPr>
          <p:nvPr/>
        </p:nvSpPr>
        <p:spPr>
          <a:xfrm>
            <a:off x="2216944" y="3040666"/>
            <a:ext cx="50006" cy="103346"/>
          </a:xfrm>
          <a:prstGeom prst="line">
            <a:avLst/>
          </a:prstGeom>
          <a:noFill/>
          <a:ln w="12859">
            <a:solidFill>
              <a:srgbClr val="D9863D"/>
            </a:solidFill>
            <a:prstDash val="solid"/>
          </a:ln>
        </p:spPr>
      </p:sp>
      <p:sp>
        <p:nvSpPr>
          <p:cNvPr id="184" name="FIG2_MICRO_STREAM__INPUT__WAVE_5">
            <a:extLst>
              <a:ext uri="{FF2B5EF4-FFF2-40B4-BE49-F238E27FC236}">
                <a16:creationId xmlns:a16="http://schemas.microsoft.com/office/drawing/2014/main" id="{885D8CCA-D818-4056-AD3F-9ED697C5CB0B}"/>
              </a:ext>
            </a:extLst>
          </p:cNvPr>
          <p:cNvSpPr>
            <a:spLocks noGrp="1"/>
          </p:cNvSpPr>
          <p:nvPr/>
        </p:nvSpPr>
        <p:spPr>
          <a:xfrm flipV="1">
            <a:off x="2266950" y="3014091"/>
            <a:ext cx="50006" cy="129921"/>
          </a:xfrm>
          <a:prstGeom prst="line">
            <a:avLst/>
          </a:prstGeom>
          <a:noFill/>
          <a:ln w="12859">
            <a:solidFill>
              <a:srgbClr val="D9863D"/>
            </a:solidFill>
            <a:prstDash val="solid"/>
          </a:ln>
        </p:spPr>
      </p:sp>
      <p:sp>
        <p:nvSpPr>
          <p:cNvPr id="185" name="FIG2_MICRO_STREAM__INPUT__WAVE_6">
            <a:extLst>
              <a:ext uri="{FF2B5EF4-FFF2-40B4-BE49-F238E27FC236}">
                <a16:creationId xmlns:a16="http://schemas.microsoft.com/office/drawing/2014/main" id="{4CCABC55-E44D-48D2-A30A-CED4FCF70B5D}"/>
              </a:ext>
            </a:extLst>
          </p:cNvPr>
          <p:cNvSpPr>
            <a:spLocks noGrp="1"/>
          </p:cNvSpPr>
          <p:nvPr/>
        </p:nvSpPr>
        <p:spPr>
          <a:xfrm>
            <a:off x="2316956" y="3014091"/>
            <a:ext cx="50006" cy="162401"/>
          </a:xfrm>
          <a:prstGeom prst="line">
            <a:avLst/>
          </a:prstGeom>
          <a:noFill/>
          <a:ln w="12859">
            <a:solidFill>
              <a:srgbClr val="D9863D"/>
            </a:solidFill>
            <a:prstDash val="solid"/>
          </a:ln>
        </p:spPr>
      </p:sp>
      <p:sp>
        <p:nvSpPr>
          <p:cNvPr id="186" name="FIG2_MICRO_STREAM__INPUT__WAVE_7">
            <a:extLst>
              <a:ext uri="{FF2B5EF4-FFF2-40B4-BE49-F238E27FC236}">
                <a16:creationId xmlns:a16="http://schemas.microsoft.com/office/drawing/2014/main" id="{69053A14-94D4-4AAE-B466-25937E5308F6}"/>
              </a:ext>
            </a:extLst>
          </p:cNvPr>
          <p:cNvSpPr>
            <a:spLocks noGrp="1"/>
          </p:cNvSpPr>
          <p:nvPr/>
        </p:nvSpPr>
        <p:spPr>
          <a:xfrm flipV="1">
            <a:off x="2366963" y="3067241"/>
            <a:ext cx="50006" cy="109252"/>
          </a:xfrm>
          <a:prstGeom prst="line">
            <a:avLst/>
          </a:prstGeom>
          <a:noFill/>
          <a:ln w="12859">
            <a:solidFill>
              <a:srgbClr val="D9863D"/>
            </a:solidFill>
            <a:prstDash val="solid"/>
          </a:ln>
        </p:spPr>
      </p:sp>
      <p:sp>
        <p:nvSpPr>
          <p:cNvPr id="187" name="FIG2_MICRO_STREAM__INPUT__WAVE_8">
            <a:extLst>
              <a:ext uri="{FF2B5EF4-FFF2-40B4-BE49-F238E27FC236}">
                <a16:creationId xmlns:a16="http://schemas.microsoft.com/office/drawing/2014/main" id="{03563D15-E64F-44BE-A6A7-9437E54C3949}"/>
              </a:ext>
            </a:extLst>
          </p:cNvPr>
          <p:cNvSpPr>
            <a:spLocks noGrp="1"/>
          </p:cNvSpPr>
          <p:nvPr/>
        </p:nvSpPr>
        <p:spPr>
          <a:xfrm>
            <a:off x="2416969" y="3067241"/>
            <a:ext cx="50006" cy="44291"/>
          </a:xfrm>
          <a:prstGeom prst="line">
            <a:avLst/>
          </a:prstGeom>
          <a:noFill/>
          <a:ln w="12859">
            <a:solidFill>
              <a:srgbClr val="D9863D"/>
            </a:solidFill>
            <a:prstDash val="solid"/>
          </a:ln>
        </p:spPr>
      </p:sp>
      <p:sp>
        <p:nvSpPr>
          <p:cNvPr id="188" name="FIG2_MICRO_STREAM__INPUT_LABEL">
            <a:extLst>
              <a:ext uri="{FF2B5EF4-FFF2-40B4-BE49-F238E27FC236}">
                <a16:creationId xmlns:a16="http://schemas.microsoft.com/office/drawing/2014/main" id="{B626211E-B71B-4298-8D6E-BED446358D8B}"/>
              </a:ext>
            </a:extLst>
          </p:cNvPr>
          <p:cNvSpPr>
            <a:spLocks noGrp="1"/>
          </p:cNvSpPr>
          <p:nvPr/>
        </p:nvSpPr>
        <p:spPr>
          <a:xfrm>
            <a:off x="1943100" y="2600325"/>
            <a:ext cx="685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288" tIns="4763" rIns="14288" bIns="4763" anchor="ctr">
            <a:noAutofit/>
          </a:bodyPr>
          <a:lstStyle/>
          <a:p>
            <a:pPr algn="ctr">
              <a:defRPr sz="110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Train-only</a:t>
            </a:r>
          </a:p>
          <a:p>
            <a:pPr algn="ctr">
              <a:defRPr sz="110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Wspd</a:t>
            </a:r>
          </a:p>
        </p:txBody>
      </p:sp>
      <p:sp>
        <p:nvSpPr>
          <p:cNvPr id="189" name="FIG2_MICRO_STREAM__DIFF">
            <a:extLst>
              <a:ext uri="{FF2B5EF4-FFF2-40B4-BE49-F238E27FC236}">
                <a16:creationId xmlns:a16="http://schemas.microsoft.com/office/drawing/2014/main" id="{DC816442-7A76-4699-8BC9-2F20FC8B91A6}"/>
              </a:ext>
            </a:extLst>
          </p:cNvPr>
          <p:cNvSpPr>
            <a:spLocks noGrp="1"/>
          </p:cNvSpPr>
          <p:nvPr/>
        </p:nvSpPr>
        <p:spPr>
          <a:xfrm>
            <a:off x="2657475" y="2895600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90" name="FIG2_MICRO_STREAM__DIFF__ZERO">
            <a:extLst>
              <a:ext uri="{FF2B5EF4-FFF2-40B4-BE49-F238E27FC236}">
                <a16:creationId xmlns:a16="http://schemas.microsoft.com/office/drawing/2014/main" id="{AC16CE28-58A2-4A64-9038-C73ED04E8D72}"/>
              </a:ext>
            </a:extLst>
          </p:cNvPr>
          <p:cNvSpPr>
            <a:spLocks noGrp="1"/>
          </p:cNvSpPr>
          <p:nvPr/>
        </p:nvSpPr>
        <p:spPr>
          <a:xfrm>
            <a:off x="2657475" y="3086100"/>
            <a:ext cx="381000" cy="953"/>
          </a:xfrm>
          <a:prstGeom prst="line">
            <a:avLst/>
          </a:prstGeom>
          <a:noFill/>
          <a:ln w="6191">
            <a:solidFill>
              <a:srgbClr val="B7BEC4"/>
            </a:solidFill>
            <a:prstDash val="dash"/>
          </a:ln>
        </p:spPr>
      </p:sp>
      <p:sp>
        <p:nvSpPr>
          <p:cNvPr id="191" name="FIG2_MICRO_STREAM__DIFF__DELTA_1">
            <a:extLst>
              <a:ext uri="{FF2B5EF4-FFF2-40B4-BE49-F238E27FC236}">
                <a16:creationId xmlns:a16="http://schemas.microsoft.com/office/drawing/2014/main" id="{41AAE5AA-EC37-418C-B457-425CB7207038}"/>
              </a:ext>
            </a:extLst>
          </p:cNvPr>
          <p:cNvSpPr>
            <a:spLocks noGrp="1"/>
          </p:cNvSpPr>
          <p:nvPr/>
        </p:nvSpPr>
        <p:spPr>
          <a:xfrm flipV="1">
            <a:off x="2657475" y="2960370"/>
            <a:ext cx="47625" cy="133350"/>
          </a:xfrm>
          <a:prstGeom prst="line">
            <a:avLst/>
          </a:prstGeom>
          <a:noFill/>
          <a:ln w="13811">
            <a:solidFill>
              <a:srgbClr val="D9863D"/>
            </a:solidFill>
            <a:prstDash val="solid"/>
          </a:ln>
        </p:spPr>
      </p:sp>
      <p:sp>
        <p:nvSpPr>
          <p:cNvPr id="192" name="FIG2_MICRO_STREAM__DIFF__DELTA_2">
            <a:extLst>
              <a:ext uri="{FF2B5EF4-FFF2-40B4-BE49-F238E27FC236}">
                <a16:creationId xmlns:a16="http://schemas.microsoft.com/office/drawing/2014/main" id="{F2AA82F2-F85C-4181-B854-6D9DEBF10280}"/>
              </a:ext>
            </a:extLst>
          </p:cNvPr>
          <p:cNvSpPr>
            <a:spLocks noGrp="1"/>
          </p:cNvSpPr>
          <p:nvPr/>
        </p:nvSpPr>
        <p:spPr>
          <a:xfrm>
            <a:off x="2705100" y="2960370"/>
            <a:ext cx="47625" cy="247650"/>
          </a:xfrm>
          <a:prstGeom prst="line">
            <a:avLst/>
          </a:prstGeom>
          <a:noFill/>
          <a:ln w="13811">
            <a:solidFill>
              <a:srgbClr val="D9863D"/>
            </a:solidFill>
            <a:prstDash val="solid"/>
          </a:ln>
        </p:spPr>
      </p:sp>
      <p:sp>
        <p:nvSpPr>
          <p:cNvPr id="193" name="FIG2_MICRO_STREAM__DIFF__DELTA_3">
            <a:extLst>
              <a:ext uri="{FF2B5EF4-FFF2-40B4-BE49-F238E27FC236}">
                <a16:creationId xmlns:a16="http://schemas.microsoft.com/office/drawing/2014/main" id="{DBA4B4E2-6D34-4CAC-896B-68F578FF666B}"/>
              </a:ext>
            </a:extLst>
          </p:cNvPr>
          <p:cNvSpPr>
            <a:spLocks noGrp="1"/>
          </p:cNvSpPr>
          <p:nvPr/>
        </p:nvSpPr>
        <p:spPr>
          <a:xfrm flipV="1">
            <a:off x="2752725" y="3013710"/>
            <a:ext cx="47625" cy="194310"/>
          </a:xfrm>
          <a:prstGeom prst="line">
            <a:avLst/>
          </a:prstGeom>
          <a:noFill/>
          <a:ln w="13811">
            <a:solidFill>
              <a:srgbClr val="D9863D"/>
            </a:solidFill>
            <a:prstDash val="solid"/>
          </a:ln>
        </p:spPr>
      </p:sp>
      <p:sp>
        <p:nvSpPr>
          <p:cNvPr id="194" name="FIG2_MICRO_STREAM__DIFF__DELTA_4">
            <a:extLst>
              <a:ext uri="{FF2B5EF4-FFF2-40B4-BE49-F238E27FC236}">
                <a16:creationId xmlns:a16="http://schemas.microsoft.com/office/drawing/2014/main" id="{2F0084B7-21F5-4407-993E-780595818809}"/>
              </a:ext>
            </a:extLst>
          </p:cNvPr>
          <p:cNvSpPr>
            <a:spLocks noGrp="1"/>
          </p:cNvSpPr>
          <p:nvPr/>
        </p:nvSpPr>
        <p:spPr>
          <a:xfrm>
            <a:off x="2800350" y="3013710"/>
            <a:ext cx="47625" cy="140970"/>
          </a:xfrm>
          <a:prstGeom prst="line">
            <a:avLst/>
          </a:prstGeom>
          <a:noFill/>
          <a:ln w="13811">
            <a:solidFill>
              <a:srgbClr val="D9863D"/>
            </a:solidFill>
            <a:prstDash val="solid"/>
          </a:ln>
        </p:spPr>
      </p:sp>
      <p:sp>
        <p:nvSpPr>
          <p:cNvPr id="195" name="FIG2_MICRO_STREAM__DIFF__DELTA_5">
            <a:extLst>
              <a:ext uri="{FF2B5EF4-FFF2-40B4-BE49-F238E27FC236}">
                <a16:creationId xmlns:a16="http://schemas.microsoft.com/office/drawing/2014/main" id="{469E55E9-6478-4B2B-BC2C-4AC490C9F45D}"/>
              </a:ext>
            </a:extLst>
          </p:cNvPr>
          <p:cNvSpPr>
            <a:spLocks noGrp="1"/>
          </p:cNvSpPr>
          <p:nvPr/>
        </p:nvSpPr>
        <p:spPr>
          <a:xfrm flipV="1">
            <a:off x="2847975" y="2971800"/>
            <a:ext cx="47625" cy="182880"/>
          </a:xfrm>
          <a:prstGeom prst="line">
            <a:avLst/>
          </a:prstGeom>
          <a:noFill/>
          <a:ln w="13811">
            <a:solidFill>
              <a:srgbClr val="D9863D"/>
            </a:solidFill>
            <a:prstDash val="solid"/>
          </a:ln>
        </p:spPr>
      </p:sp>
      <p:sp>
        <p:nvSpPr>
          <p:cNvPr id="196" name="FIG2_MICRO_STREAM__DIFF__DELTA_6">
            <a:extLst>
              <a:ext uri="{FF2B5EF4-FFF2-40B4-BE49-F238E27FC236}">
                <a16:creationId xmlns:a16="http://schemas.microsoft.com/office/drawing/2014/main" id="{2752D622-A841-4CA6-BFB2-247E1742151C}"/>
              </a:ext>
            </a:extLst>
          </p:cNvPr>
          <p:cNvSpPr>
            <a:spLocks noGrp="1"/>
          </p:cNvSpPr>
          <p:nvPr/>
        </p:nvSpPr>
        <p:spPr>
          <a:xfrm>
            <a:off x="2895600" y="2971800"/>
            <a:ext cx="47625" cy="217170"/>
          </a:xfrm>
          <a:prstGeom prst="line">
            <a:avLst/>
          </a:prstGeom>
          <a:noFill/>
          <a:ln w="13811">
            <a:solidFill>
              <a:srgbClr val="D9863D"/>
            </a:solidFill>
            <a:prstDash val="solid"/>
          </a:ln>
        </p:spPr>
      </p:sp>
      <p:sp>
        <p:nvSpPr>
          <p:cNvPr id="197" name="FIG2_MICRO_STREAM__DIFF__DELTA_7">
            <a:extLst>
              <a:ext uri="{FF2B5EF4-FFF2-40B4-BE49-F238E27FC236}">
                <a16:creationId xmlns:a16="http://schemas.microsoft.com/office/drawing/2014/main" id="{E37E089A-BC9B-44B8-884A-4860CCA7E872}"/>
              </a:ext>
            </a:extLst>
          </p:cNvPr>
          <p:cNvSpPr>
            <a:spLocks noGrp="1"/>
          </p:cNvSpPr>
          <p:nvPr/>
        </p:nvSpPr>
        <p:spPr>
          <a:xfrm flipV="1">
            <a:off x="2943225" y="3036570"/>
            <a:ext cx="47625" cy="152400"/>
          </a:xfrm>
          <a:prstGeom prst="line">
            <a:avLst/>
          </a:prstGeom>
          <a:noFill/>
          <a:ln w="13811">
            <a:solidFill>
              <a:srgbClr val="D9863D"/>
            </a:solidFill>
            <a:prstDash val="solid"/>
          </a:ln>
        </p:spPr>
      </p:sp>
      <p:sp>
        <p:nvSpPr>
          <p:cNvPr id="198" name="FIG2_MICRO_STREAM__DIFF__DELTA_8">
            <a:extLst>
              <a:ext uri="{FF2B5EF4-FFF2-40B4-BE49-F238E27FC236}">
                <a16:creationId xmlns:a16="http://schemas.microsoft.com/office/drawing/2014/main" id="{76DA72B1-B2A7-49C2-ADE3-4447D046A670}"/>
              </a:ext>
            </a:extLst>
          </p:cNvPr>
          <p:cNvSpPr>
            <a:spLocks noGrp="1"/>
          </p:cNvSpPr>
          <p:nvPr/>
        </p:nvSpPr>
        <p:spPr>
          <a:xfrm>
            <a:off x="2990850" y="3036570"/>
            <a:ext cx="47625" cy="80010"/>
          </a:xfrm>
          <a:prstGeom prst="line">
            <a:avLst/>
          </a:prstGeom>
          <a:noFill/>
          <a:ln w="13811">
            <a:solidFill>
              <a:srgbClr val="D9863D"/>
            </a:solidFill>
            <a:prstDash val="solid"/>
          </a:ln>
        </p:spPr>
      </p:sp>
      <p:sp>
        <p:nvSpPr>
          <p:cNvPr id="199" name="FIG2_MICRO_STREAM__COSINE">
            <a:extLst>
              <a:ext uri="{FF2B5EF4-FFF2-40B4-BE49-F238E27FC236}">
                <a16:creationId xmlns:a16="http://schemas.microsoft.com/office/drawing/2014/main" id="{7F706B35-6068-4080-82CD-43F6DA762C0D}"/>
              </a:ext>
            </a:extLst>
          </p:cNvPr>
          <p:cNvSpPr>
            <a:spLocks noGrp="1"/>
          </p:cNvSpPr>
          <p:nvPr/>
        </p:nvSpPr>
        <p:spPr>
          <a:xfrm>
            <a:off x="3209925" y="2876550"/>
            <a:ext cx="466725" cy="40957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200" name="FIG2_MICRO_STREAM__COSINE__CURVE_A_1">
            <a:extLst>
              <a:ext uri="{FF2B5EF4-FFF2-40B4-BE49-F238E27FC236}">
                <a16:creationId xmlns:a16="http://schemas.microsoft.com/office/drawing/2014/main" id="{5B64A9F2-562C-475B-A243-29A78F2845DB}"/>
              </a:ext>
            </a:extLst>
          </p:cNvPr>
          <p:cNvSpPr>
            <a:spLocks noGrp="1"/>
          </p:cNvSpPr>
          <p:nvPr/>
        </p:nvSpPr>
        <p:spPr>
          <a:xfrm flipV="1">
            <a:off x="3209925" y="3028569"/>
            <a:ext cx="58341" cy="72390"/>
          </a:xfrm>
          <a:prstGeom prst="line">
            <a:avLst/>
          </a:prstGeom>
          <a:noFill/>
          <a:ln w="11906">
            <a:solidFill>
              <a:srgbClr val="D9863D"/>
            </a:solidFill>
            <a:prstDash val="solid"/>
          </a:ln>
        </p:spPr>
      </p:sp>
      <p:sp>
        <p:nvSpPr>
          <p:cNvPr id="201" name="FIG2_MICRO_STREAM__COSINE__CURVE_A_2">
            <a:extLst>
              <a:ext uri="{FF2B5EF4-FFF2-40B4-BE49-F238E27FC236}">
                <a16:creationId xmlns:a16="http://schemas.microsoft.com/office/drawing/2014/main" id="{63C05EE2-604F-4A1F-B512-7AE767A3F62D}"/>
              </a:ext>
            </a:extLst>
          </p:cNvPr>
          <p:cNvSpPr>
            <a:spLocks noGrp="1"/>
          </p:cNvSpPr>
          <p:nvPr/>
        </p:nvSpPr>
        <p:spPr>
          <a:xfrm flipV="1">
            <a:off x="3268266" y="2970657"/>
            <a:ext cx="58341" cy="57912"/>
          </a:xfrm>
          <a:prstGeom prst="line">
            <a:avLst/>
          </a:prstGeom>
          <a:noFill/>
          <a:ln w="11906">
            <a:solidFill>
              <a:srgbClr val="D9863D"/>
            </a:solidFill>
            <a:prstDash val="solid"/>
          </a:ln>
        </p:spPr>
      </p:sp>
      <p:sp>
        <p:nvSpPr>
          <p:cNvPr id="202" name="FIG2_MICRO_STREAM__COSINE__CURVE_A_3">
            <a:extLst>
              <a:ext uri="{FF2B5EF4-FFF2-40B4-BE49-F238E27FC236}">
                <a16:creationId xmlns:a16="http://schemas.microsoft.com/office/drawing/2014/main" id="{DA780567-7398-4CE2-B6EB-352BD2CC1AFB}"/>
              </a:ext>
            </a:extLst>
          </p:cNvPr>
          <p:cNvSpPr>
            <a:spLocks noGrp="1"/>
          </p:cNvSpPr>
          <p:nvPr/>
        </p:nvSpPr>
        <p:spPr>
          <a:xfrm>
            <a:off x="3326606" y="2970657"/>
            <a:ext cx="58341" cy="18097"/>
          </a:xfrm>
          <a:prstGeom prst="line">
            <a:avLst/>
          </a:prstGeom>
          <a:noFill/>
          <a:ln w="11906">
            <a:solidFill>
              <a:srgbClr val="D9863D"/>
            </a:solidFill>
            <a:prstDash val="solid"/>
          </a:ln>
        </p:spPr>
      </p:sp>
      <p:sp>
        <p:nvSpPr>
          <p:cNvPr id="203" name="FIG2_MICRO_STREAM__COSINE__CURVE_A_4">
            <a:extLst>
              <a:ext uri="{FF2B5EF4-FFF2-40B4-BE49-F238E27FC236}">
                <a16:creationId xmlns:a16="http://schemas.microsoft.com/office/drawing/2014/main" id="{E0498F9C-BB32-4A07-B195-A724EBEF3232}"/>
              </a:ext>
            </a:extLst>
          </p:cNvPr>
          <p:cNvSpPr>
            <a:spLocks noGrp="1"/>
          </p:cNvSpPr>
          <p:nvPr/>
        </p:nvSpPr>
        <p:spPr>
          <a:xfrm>
            <a:off x="3384947" y="2988754"/>
            <a:ext cx="58341" cy="57912"/>
          </a:xfrm>
          <a:prstGeom prst="line">
            <a:avLst/>
          </a:prstGeom>
          <a:noFill/>
          <a:ln w="11906">
            <a:solidFill>
              <a:srgbClr val="D9863D"/>
            </a:solidFill>
            <a:prstDash val="solid"/>
          </a:ln>
        </p:spPr>
      </p:sp>
      <p:sp>
        <p:nvSpPr>
          <p:cNvPr id="204" name="FIG2_MICRO_STREAM__COSINE__CURVE_A_5">
            <a:extLst>
              <a:ext uri="{FF2B5EF4-FFF2-40B4-BE49-F238E27FC236}">
                <a16:creationId xmlns:a16="http://schemas.microsoft.com/office/drawing/2014/main" id="{E0947FFC-8881-4BB2-A93B-82A49D7E4530}"/>
              </a:ext>
            </a:extLst>
          </p:cNvPr>
          <p:cNvSpPr>
            <a:spLocks noGrp="1"/>
          </p:cNvSpPr>
          <p:nvPr/>
        </p:nvSpPr>
        <p:spPr>
          <a:xfrm>
            <a:off x="3443288" y="3046667"/>
            <a:ext cx="58341" cy="50673"/>
          </a:xfrm>
          <a:prstGeom prst="line">
            <a:avLst/>
          </a:prstGeom>
          <a:noFill/>
          <a:ln w="11906">
            <a:solidFill>
              <a:srgbClr val="D9863D"/>
            </a:solidFill>
            <a:prstDash val="solid"/>
          </a:ln>
        </p:spPr>
      </p:sp>
      <p:sp>
        <p:nvSpPr>
          <p:cNvPr id="205" name="FIG2_MICRO_STREAM__COSINE__CURVE_A_6">
            <a:extLst>
              <a:ext uri="{FF2B5EF4-FFF2-40B4-BE49-F238E27FC236}">
                <a16:creationId xmlns:a16="http://schemas.microsoft.com/office/drawing/2014/main" id="{64DF972A-CCAF-4368-8025-06797F481DCE}"/>
              </a:ext>
            </a:extLst>
          </p:cNvPr>
          <p:cNvSpPr>
            <a:spLocks noGrp="1"/>
          </p:cNvSpPr>
          <p:nvPr/>
        </p:nvSpPr>
        <p:spPr>
          <a:xfrm flipV="1">
            <a:off x="3501628" y="3072003"/>
            <a:ext cx="58341" cy="25337"/>
          </a:xfrm>
          <a:prstGeom prst="line">
            <a:avLst/>
          </a:prstGeom>
          <a:noFill/>
          <a:ln w="11906">
            <a:solidFill>
              <a:srgbClr val="D9863D"/>
            </a:solidFill>
            <a:prstDash val="solid"/>
          </a:ln>
        </p:spPr>
      </p:sp>
      <p:sp>
        <p:nvSpPr>
          <p:cNvPr id="206" name="FIG2_MICRO_STREAM__COSINE__CURVE_A_7">
            <a:extLst>
              <a:ext uri="{FF2B5EF4-FFF2-40B4-BE49-F238E27FC236}">
                <a16:creationId xmlns:a16="http://schemas.microsoft.com/office/drawing/2014/main" id="{D4137FB5-B304-401B-8991-3AEABF663F2E}"/>
              </a:ext>
            </a:extLst>
          </p:cNvPr>
          <p:cNvSpPr>
            <a:spLocks noGrp="1"/>
          </p:cNvSpPr>
          <p:nvPr/>
        </p:nvSpPr>
        <p:spPr>
          <a:xfrm flipV="1">
            <a:off x="3559969" y="3003233"/>
            <a:ext cx="58341" cy="68770"/>
          </a:xfrm>
          <a:prstGeom prst="line">
            <a:avLst/>
          </a:prstGeom>
          <a:noFill/>
          <a:ln w="11906">
            <a:solidFill>
              <a:srgbClr val="D9863D"/>
            </a:solidFill>
            <a:prstDash val="solid"/>
          </a:ln>
        </p:spPr>
      </p:sp>
      <p:sp>
        <p:nvSpPr>
          <p:cNvPr id="207" name="FIG2_MICRO_STREAM__COSINE__CURVE_A_8">
            <a:extLst>
              <a:ext uri="{FF2B5EF4-FFF2-40B4-BE49-F238E27FC236}">
                <a16:creationId xmlns:a16="http://schemas.microsoft.com/office/drawing/2014/main" id="{45C3092F-01A1-40C3-A8E2-E8ADF8959817}"/>
              </a:ext>
            </a:extLst>
          </p:cNvPr>
          <p:cNvSpPr>
            <a:spLocks noGrp="1"/>
          </p:cNvSpPr>
          <p:nvPr/>
        </p:nvSpPr>
        <p:spPr>
          <a:xfrm flipV="1">
            <a:off x="3618309" y="2967038"/>
            <a:ext cx="58341" cy="36195"/>
          </a:xfrm>
          <a:prstGeom prst="line">
            <a:avLst/>
          </a:prstGeom>
          <a:noFill/>
          <a:ln w="11906">
            <a:solidFill>
              <a:srgbClr val="D9863D"/>
            </a:solidFill>
            <a:prstDash val="solid"/>
          </a:ln>
        </p:spPr>
      </p:sp>
      <p:sp>
        <p:nvSpPr>
          <p:cNvPr id="208" name="FIG2_MICRO_STREAM__COSINE__CURVE_B_1">
            <a:extLst>
              <a:ext uri="{FF2B5EF4-FFF2-40B4-BE49-F238E27FC236}">
                <a16:creationId xmlns:a16="http://schemas.microsoft.com/office/drawing/2014/main" id="{B827E307-A97B-4749-BF48-C487519747ED}"/>
              </a:ext>
            </a:extLst>
          </p:cNvPr>
          <p:cNvSpPr>
            <a:spLocks noGrp="1"/>
          </p:cNvSpPr>
          <p:nvPr/>
        </p:nvSpPr>
        <p:spPr>
          <a:xfrm flipV="1">
            <a:off x="3209925" y="3096959"/>
            <a:ext cx="58341" cy="68771"/>
          </a:xfrm>
          <a:prstGeom prst="line">
            <a:avLst/>
          </a:prstGeom>
          <a:noFill/>
          <a:ln w="11906">
            <a:solidFill>
              <a:srgbClr val="6F8795"/>
            </a:solidFill>
            <a:prstDash val="solid"/>
          </a:ln>
        </p:spPr>
      </p:sp>
      <p:sp>
        <p:nvSpPr>
          <p:cNvPr id="209" name="FIG2_MICRO_STREAM__COSINE__CURVE_B_2">
            <a:extLst>
              <a:ext uri="{FF2B5EF4-FFF2-40B4-BE49-F238E27FC236}">
                <a16:creationId xmlns:a16="http://schemas.microsoft.com/office/drawing/2014/main" id="{31736DCD-3D2A-45AC-B03E-240DEDC85E0D}"/>
              </a:ext>
            </a:extLst>
          </p:cNvPr>
          <p:cNvSpPr>
            <a:spLocks noGrp="1"/>
          </p:cNvSpPr>
          <p:nvPr/>
        </p:nvSpPr>
        <p:spPr>
          <a:xfrm flipV="1">
            <a:off x="3268266" y="3039047"/>
            <a:ext cx="58341" cy="57912"/>
          </a:xfrm>
          <a:prstGeom prst="line">
            <a:avLst/>
          </a:prstGeom>
          <a:noFill/>
          <a:ln w="11906">
            <a:solidFill>
              <a:srgbClr val="6F8795"/>
            </a:solidFill>
            <a:prstDash val="solid"/>
          </a:ln>
        </p:spPr>
      </p:sp>
      <p:sp>
        <p:nvSpPr>
          <p:cNvPr id="210" name="FIG2_MICRO_STREAM__COSINE__CURVE_B_3">
            <a:extLst>
              <a:ext uri="{FF2B5EF4-FFF2-40B4-BE49-F238E27FC236}">
                <a16:creationId xmlns:a16="http://schemas.microsoft.com/office/drawing/2014/main" id="{66374575-C5ED-4260-AF00-39ABDA3671CF}"/>
              </a:ext>
            </a:extLst>
          </p:cNvPr>
          <p:cNvSpPr>
            <a:spLocks noGrp="1"/>
          </p:cNvSpPr>
          <p:nvPr/>
        </p:nvSpPr>
        <p:spPr>
          <a:xfrm>
            <a:off x="3326606" y="3039047"/>
            <a:ext cx="58341" cy="10858"/>
          </a:xfrm>
          <a:prstGeom prst="line">
            <a:avLst/>
          </a:prstGeom>
          <a:noFill/>
          <a:ln w="11906">
            <a:solidFill>
              <a:srgbClr val="6F8795"/>
            </a:solidFill>
            <a:prstDash val="solid"/>
          </a:ln>
        </p:spPr>
      </p:sp>
      <p:sp>
        <p:nvSpPr>
          <p:cNvPr id="211" name="FIG2_MICRO_STREAM__COSINE__CURVE_B_4">
            <a:extLst>
              <a:ext uri="{FF2B5EF4-FFF2-40B4-BE49-F238E27FC236}">
                <a16:creationId xmlns:a16="http://schemas.microsoft.com/office/drawing/2014/main" id="{42F7584A-1C35-4F7B-A7AF-44965A11A6F5}"/>
              </a:ext>
            </a:extLst>
          </p:cNvPr>
          <p:cNvSpPr>
            <a:spLocks noGrp="1"/>
          </p:cNvSpPr>
          <p:nvPr/>
        </p:nvSpPr>
        <p:spPr>
          <a:xfrm>
            <a:off x="3384947" y="3049905"/>
            <a:ext cx="58341" cy="50673"/>
          </a:xfrm>
          <a:prstGeom prst="line">
            <a:avLst/>
          </a:prstGeom>
          <a:noFill/>
          <a:ln w="11906">
            <a:solidFill>
              <a:srgbClr val="6F8795"/>
            </a:solidFill>
            <a:prstDash val="solid"/>
          </a:ln>
        </p:spPr>
      </p:sp>
      <p:sp>
        <p:nvSpPr>
          <p:cNvPr id="212" name="FIG2_MICRO_STREAM__COSINE__CURVE_B_5">
            <a:extLst>
              <a:ext uri="{FF2B5EF4-FFF2-40B4-BE49-F238E27FC236}">
                <a16:creationId xmlns:a16="http://schemas.microsoft.com/office/drawing/2014/main" id="{2703E02D-2541-4D60-A176-BA1430816842}"/>
              </a:ext>
            </a:extLst>
          </p:cNvPr>
          <p:cNvSpPr>
            <a:spLocks noGrp="1"/>
          </p:cNvSpPr>
          <p:nvPr/>
        </p:nvSpPr>
        <p:spPr>
          <a:xfrm>
            <a:off x="3443288" y="3100578"/>
            <a:ext cx="58341" cy="54293"/>
          </a:xfrm>
          <a:prstGeom prst="line">
            <a:avLst/>
          </a:prstGeom>
          <a:noFill/>
          <a:ln w="11906">
            <a:solidFill>
              <a:srgbClr val="6F8795"/>
            </a:solidFill>
            <a:prstDash val="solid"/>
          </a:ln>
        </p:spPr>
      </p:sp>
      <p:sp>
        <p:nvSpPr>
          <p:cNvPr id="213" name="FIG2_MICRO_STREAM__COSINE__CURVE_B_6">
            <a:extLst>
              <a:ext uri="{FF2B5EF4-FFF2-40B4-BE49-F238E27FC236}">
                <a16:creationId xmlns:a16="http://schemas.microsoft.com/office/drawing/2014/main" id="{12305AD6-1722-4183-939C-6A961ADF34DD}"/>
              </a:ext>
            </a:extLst>
          </p:cNvPr>
          <p:cNvSpPr>
            <a:spLocks noGrp="1"/>
          </p:cNvSpPr>
          <p:nvPr/>
        </p:nvSpPr>
        <p:spPr>
          <a:xfrm flipV="1">
            <a:off x="3501628" y="3133154"/>
            <a:ext cx="58341" cy="21717"/>
          </a:xfrm>
          <a:prstGeom prst="line">
            <a:avLst/>
          </a:prstGeom>
          <a:noFill/>
          <a:ln w="11906">
            <a:solidFill>
              <a:srgbClr val="6F8795"/>
            </a:solidFill>
            <a:prstDash val="solid"/>
          </a:ln>
        </p:spPr>
      </p:sp>
      <p:sp>
        <p:nvSpPr>
          <p:cNvPr id="214" name="FIG2_MICRO_STREAM__COSINE__CURVE_B_7">
            <a:extLst>
              <a:ext uri="{FF2B5EF4-FFF2-40B4-BE49-F238E27FC236}">
                <a16:creationId xmlns:a16="http://schemas.microsoft.com/office/drawing/2014/main" id="{440F9A72-A311-46C4-BDAE-DF484BCEC5F8}"/>
              </a:ext>
            </a:extLst>
          </p:cNvPr>
          <p:cNvSpPr>
            <a:spLocks noGrp="1"/>
          </p:cNvSpPr>
          <p:nvPr/>
        </p:nvSpPr>
        <p:spPr>
          <a:xfrm flipV="1">
            <a:off x="3559969" y="3071622"/>
            <a:ext cx="58341" cy="61531"/>
          </a:xfrm>
          <a:prstGeom prst="line">
            <a:avLst/>
          </a:prstGeom>
          <a:noFill/>
          <a:ln w="11906">
            <a:solidFill>
              <a:srgbClr val="6F8795"/>
            </a:solidFill>
            <a:prstDash val="solid"/>
          </a:ln>
        </p:spPr>
      </p:sp>
      <p:sp>
        <p:nvSpPr>
          <p:cNvPr id="215" name="FIG2_MICRO_STREAM__COSINE__CURVE_B_8">
            <a:extLst>
              <a:ext uri="{FF2B5EF4-FFF2-40B4-BE49-F238E27FC236}">
                <a16:creationId xmlns:a16="http://schemas.microsoft.com/office/drawing/2014/main" id="{F19FFED9-F632-4E60-ACAC-3F830DDE8D3E}"/>
              </a:ext>
            </a:extLst>
          </p:cNvPr>
          <p:cNvSpPr>
            <a:spLocks noGrp="1"/>
          </p:cNvSpPr>
          <p:nvPr/>
        </p:nvSpPr>
        <p:spPr>
          <a:xfrm flipV="1">
            <a:off x="3618309" y="3028188"/>
            <a:ext cx="58341" cy="43434"/>
          </a:xfrm>
          <a:prstGeom prst="line">
            <a:avLst/>
          </a:prstGeom>
          <a:noFill/>
          <a:ln w="11906">
            <a:solidFill>
              <a:srgbClr val="6F8795"/>
            </a:solidFill>
            <a:prstDash val="solid"/>
          </a:ln>
        </p:spPr>
      </p:sp>
      <p:sp>
        <p:nvSpPr>
          <p:cNvPr id="216" name="FIG2_MICRO_STREAM__COSINE__SYMBOL">
            <a:extLst>
              <a:ext uri="{FF2B5EF4-FFF2-40B4-BE49-F238E27FC236}">
                <a16:creationId xmlns:a16="http://schemas.microsoft.com/office/drawing/2014/main" id="{E7737CA6-B744-475D-9321-006C29A80C28}"/>
              </a:ext>
            </a:extLst>
          </p:cNvPr>
          <p:cNvSpPr>
            <a:spLocks noGrp="1"/>
          </p:cNvSpPr>
          <p:nvPr/>
        </p:nvSpPr>
        <p:spPr>
          <a:xfrm>
            <a:off x="3303270" y="2970752"/>
            <a:ext cx="280035" cy="19659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14288" tIns="4763" rIns="14288" bIns="4763" anchor="ctr">
            <a:normAutofit fontScale="98199"/>
          </a:bodyPr>
          <a:lstStyle/>
          <a:p>
            <a:pPr algn="ctr">
              <a:defRPr sz="1250" b="0" i="0">
                <a:solidFill>
                  <a:srgbClr val="D986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0" b="0" i="0">
                <a:solidFill>
                  <a:srgbClr val="D9863D"/>
                </a:solidFill>
                <a:latin typeface="Times New Roman"/>
                <a:ea typeface="Times New Roman"/>
                <a:cs typeface="Times New Roman"/>
              </a:rPr>
              <a:t>cos</a:t>
            </a:r>
          </a:p>
        </p:txBody>
      </p:sp>
      <p:sp>
        <p:nvSpPr>
          <p:cNvPr id="217" name="FIG2_MICRO_STREAM__COSINE_LABEL">
            <a:extLst>
              <a:ext uri="{FF2B5EF4-FFF2-40B4-BE49-F238E27FC236}">
                <a16:creationId xmlns:a16="http://schemas.microsoft.com/office/drawing/2014/main" id="{9B27E24F-FF23-42A5-85AB-A02D28C124A4}"/>
              </a:ext>
            </a:extLst>
          </p:cNvPr>
          <p:cNvSpPr>
            <a:spLocks noGrp="1"/>
          </p:cNvSpPr>
          <p:nvPr/>
        </p:nvSpPr>
        <p:spPr>
          <a:xfrm>
            <a:off x="2571750" y="3305175"/>
            <a:ext cx="11620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288" tIns="4763" rIns="14288" bIns="4763" anchor="ctr">
            <a:noAutofit/>
          </a:bodyPr>
          <a:lstStyle/>
          <a:p>
            <a:pPr algn="ctr">
              <a:def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Cosine</a:t>
            </a:r>
          </a:p>
          <a:p>
            <a:pPr algn="ctr">
              <a:def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Similarity on</a:t>
            </a:r>
          </a:p>
          <a:p>
            <a:pPr algn="ctr">
              <a:def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1st-Order</a:t>
            </a:r>
          </a:p>
          <a:p>
            <a:pPr algn="ctr">
              <a:def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Difference</a:t>
            </a:r>
          </a:p>
        </p:txBody>
      </p:sp>
      <p:sp>
        <p:nvSpPr>
          <p:cNvPr id="218" name="FIG2_MICRO_STREAM__DENSE">
            <a:extLst>
              <a:ext uri="{FF2B5EF4-FFF2-40B4-BE49-F238E27FC236}">
                <a16:creationId xmlns:a16="http://schemas.microsoft.com/office/drawing/2014/main" id="{B47F843D-66B8-45B1-8CAA-0EB8F683171C}"/>
              </a:ext>
            </a:extLst>
          </p:cNvPr>
          <p:cNvSpPr>
            <a:spLocks noGrp="1"/>
          </p:cNvSpPr>
          <p:nvPr/>
        </p:nvSpPr>
        <p:spPr>
          <a:xfrm>
            <a:off x="3857625" y="2905125"/>
            <a:ext cx="238125" cy="3524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219" name="FIG2_MICRO_STREAM__DENSE__EDGE_1">
            <a:extLst>
              <a:ext uri="{FF2B5EF4-FFF2-40B4-BE49-F238E27FC236}">
                <a16:creationId xmlns:a16="http://schemas.microsoft.com/office/drawing/2014/main" id="{A19D6A6E-7D6C-4602-A089-D46837206D88}"/>
              </a:ext>
            </a:extLst>
          </p:cNvPr>
          <p:cNvSpPr>
            <a:spLocks noGrp="1"/>
          </p:cNvSpPr>
          <p:nvPr/>
        </p:nvSpPr>
        <p:spPr>
          <a:xfrm flipV="1">
            <a:off x="3881438" y="2968562"/>
            <a:ext cx="42863" cy="119824"/>
          </a:xfrm>
          <a:prstGeom prst="line">
            <a:avLst/>
          </a:prstGeom>
          <a:noFill/>
          <a:ln w="5239">
            <a:solidFill>
              <a:srgbClr val="D9863D"/>
            </a:solidFill>
            <a:prstDash val="solid"/>
          </a:ln>
        </p:spPr>
      </p:sp>
      <p:sp>
        <p:nvSpPr>
          <p:cNvPr id="220" name="FIG2_MICRO_STREAM__DENSE__EDGE_2">
            <a:extLst>
              <a:ext uri="{FF2B5EF4-FFF2-40B4-BE49-F238E27FC236}">
                <a16:creationId xmlns:a16="http://schemas.microsoft.com/office/drawing/2014/main" id="{A782ACF5-449F-4FA1-8239-C5F749357E20}"/>
              </a:ext>
            </a:extLst>
          </p:cNvPr>
          <p:cNvSpPr>
            <a:spLocks noGrp="1"/>
          </p:cNvSpPr>
          <p:nvPr/>
        </p:nvSpPr>
        <p:spPr>
          <a:xfrm flipV="1">
            <a:off x="3881438" y="2993231"/>
            <a:ext cx="102394" cy="95155"/>
          </a:xfrm>
          <a:prstGeom prst="line">
            <a:avLst/>
          </a:prstGeom>
          <a:noFill/>
          <a:ln w="6953">
            <a:solidFill>
              <a:srgbClr val="D9863D"/>
            </a:solidFill>
            <a:prstDash val="solid"/>
          </a:ln>
        </p:spPr>
      </p:sp>
      <p:sp>
        <p:nvSpPr>
          <p:cNvPr id="221" name="FIG2_MICRO_STREAM__DENSE__EDGE_3">
            <a:extLst>
              <a:ext uri="{FF2B5EF4-FFF2-40B4-BE49-F238E27FC236}">
                <a16:creationId xmlns:a16="http://schemas.microsoft.com/office/drawing/2014/main" id="{5D325162-3C1A-40C7-B09B-7ADC74D45A12}"/>
              </a:ext>
            </a:extLst>
          </p:cNvPr>
          <p:cNvSpPr>
            <a:spLocks noGrp="1"/>
          </p:cNvSpPr>
          <p:nvPr/>
        </p:nvSpPr>
        <p:spPr>
          <a:xfrm flipV="1">
            <a:off x="3881438" y="3081338"/>
            <a:ext cx="171450" cy="7049"/>
          </a:xfrm>
          <a:prstGeom prst="line">
            <a:avLst/>
          </a:prstGeom>
          <a:noFill/>
          <a:ln w="8668">
            <a:solidFill>
              <a:srgbClr val="D9863D"/>
            </a:solidFill>
            <a:prstDash val="solid"/>
          </a:ln>
        </p:spPr>
      </p:sp>
      <p:sp>
        <p:nvSpPr>
          <p:cNvPr id="222" name="FIG2_MICRO_STREAM__DENSE__EDGE_4">
            <a:extLst>
              <a:ext uri="{FF2B5EF4-FFF2-40B4-BE49-F238E27FC236}">
                <a16:creationId xmlns:a16="http://schemas.microsoft.com/office/drawing/2014/main" id="{21CF337A-EACA-4694-BAD9-CD1002F3E374}"/>
              </a:ext>
            </a:extLst>
          </p:cNvPr>
          <p:cNvSpPr>
            <a:spLocks noGrp="1"/>
          </p:cNvSpPr>
          <p:nvPr/>
        </p:nvSpPr>
        <p:spPr>
          <a:xfrm>
            <a:off x="3881438" y="3088386"/>
            <a:ext cx="126206" cy="105727"/>
          </a:xfrm>
          <a:prstGeom prst="line">
            <a:avLst/>
          </a:prstGeom>
          <a:noFill/>
          <a:ln w="10382">
            <a:solidFill>
              <a:srgbClr val="D9863D"/>
            </a:solidFill>
            <a:prstDash val="solid"/>
          </a:ln>
        </p:spPr>
      </p:sp>
      <p:sp>
        <p:nvSpPr>
          <p:cNvPr id="223" name="FIG2_MICRO_STREAM__DENSE__EDGE_5">
            <a:extLst>
              <a:ext uri="{FF2B5EF4-FFF2-40B4-BE49-F238E27FC236}">
                <a16:creationId xmlns:a16="http://schemas.microsoft.com/office/drawing/2014/main" id="{EFC4B3F5-79EC-4E67-AF4D-EA0FFA1C811C}"/>
              </a:ext>
            </a:extLst>
          </p:cNvPr>
          <p:cNvSpPr>
            <a:spLocks noGrp="1"/>
          </p:cNvSpPr>
          <p:nvPr/>
        </p:nvSpPr>
        <p:spPr>
          <a:xfrm>
            <a:off x="3881438" y="3088386"/>
            <a:ext cx="54769" cy="70485"/>
          </a:xfrm>
          <a:prstGeom prst="line">
            <a:avLst/>
          </a:prstGeom>
          <a:noFill/>
          <a:ln w="5239">
            <a:solidFill>
              <a:srgbClr val="D9863D"/>
            </a:solidFill>
            <a:prstDash val="solid"/>
          </a:ln>
        </p:spPr>
      </p:sp>
      <p:sp>
        <p:nvSpPr>
          <p:cNvPr id="224" name="FIG2_MICRO_STREAM__DENSE__EDGE_6">
            <a:extLst>
              <a:ext uri="{FF2B5EF4-FFF2-40B4-BE49-F238E27FC236}">
                <a16:creationId xmlns:a16="http://schemas.microsoft.com/office/drawing/2014/main" id="{8D2168CC-A41C-47A4-B39E-3C1060D17917}"/>
              </a:ext>
            </a:extLst>
          </p:cNvPr>
          <p:cNvSpPr>
            <a:spLocks noGrp="1"/>
          </p:cNvSpPr>
          <p:nvPr/>
        </p:nvSpPr>
        <p:spPr>
          <a:xfrm>
            <a:off x="3924300" y="2968562"/>
            <a:ext cx="59531" cy="24670"/>
          </a:xfrm>
          <a:prstGeom prst="line">
            <a:avLst/>
          </a:prstGeom>
          <a:noFill/>
          <a:ln w="6953">
            <a:solidFill>
              <a:srgbClr val="D9863D"/>
            </a:solidFill>
            <a:prstDash val="solid"/>
          </a:ln>
        </p:spPr>
      </p:sp>
      <p:sp>
        <p:nvSpPr>
          <p:cNvPr id="225" name="FIG2_MICRO_STREAM__DENSE__EDGE_7">
            <a:extLst>
              <a:ext uri="{FF2B5EF4-FFF2-40B4-BE49-F238E27FC236}">
                <a16:creationId xmlns:a16="http://schemas.microsoft.com/office/drawing/2014/main" id="{780F9BE7-488D-468B-AC54-1F6D96278E76}"/>
              </a:ext>
            </a:extLst>
          </p:cNvPr>
          <p:cNvSpPr>
            <a:spLocks noGrp="1"/>
          </p:cNvSpPr>
          <p:nvPr/>
        </p:nvSpPr>
        <p:spPr>
          <a:xfrm>
            <a:off x="3924300" y="2968562"/>
            <a:ext cx="128588" cy="112776"/>
          </a:xfrm>
          <a:prstGeom prst="line">
            <a:avLst/>
          </a:prstGeom>
          <a:noFill/>
          <a:ln w="8668">
            <a:solidFill>
              <a:srgbClr val="D9863D"/>
            </a:solidFill>
            <a:prstDash val="solid"/>
          </a:ln>
        </p:spPr>
      </p:sp>
      <p:sp>
        <p:nvSpPr>
          <p:cNvPr id="226" name="FIG2_MICRO_STREAM__DENSE__EDGE_8">
            <a:extLst>
              <a:ext uri="{FF2B5EF4-FFF2-40B4-BE49-F238E27FC236}">
                <a16:creationId xmlns:a16="http://schemas.microsoft.com/office/drawing/2014/main" id="{4D6B03F4-54CB-4D25-84CE-54D58C5ABD5B}"/>
              </a:ext>
            </a:extLst>
          </p:cNvPr>
          <p:cNvSpPr>
            <a:spLocks noGrp="1"/>
          </p:cNvSpPr>
          <p:nvPr/>
        </p:nvSpPr>
        <p:spPr>
          <a:xfrm>
            <a:off x="3924300" y="2968562"/>
            <a:ext cx="83344" cy="225552"/>
          </a:xfrm>
          <a:prstGeom prst="line">
            <a:avLst/>
          </a:prstGeom>
          <a:noFill/>
          <a:ln w="10382">
            <a:solidFill>
              <a:srgbClr val="D9863D"/>
            </a:solidFill>
            <a:prstDash val="solid"/>
          </a:ln>
        </p:spPr>
      </p:sp>
      <p:sp>
        <p:nvSpPr>
          <p:cNvPr id="227" name="FIG2_MICRO_STREAM__DENSE__EDGE_9">
            <a:extLst>
              <a:ext uri="{FF2B5EF4-FFF2-40B4-BE49-F238E27FC236}">
                <a16:creationId xmlns:a16="http://schemas.microsoft.com/office/drawing/2014/main" id="{C5EF0371-D4DE-4BE6-B4A6-EACBB3808BE4}"/>
              </a:ext>
            </a:extLst>
          </p:cNvPr>
          <p:cNvSpPr>
            <a:spLocks noGrp="1"/>
          </p:cNvSpPr>
          <p:nvPr/>
        </p:nvSpPr>
        <p:spPr>
          <a:xfrm>
            <a:off x="3924300" y="2968562"/>
            <a:ext cx="11906" cy="190309"/>
          </a:xfrm>
          <a:prstGeom prst="line">
            <a:avLst/>
          </a:prstGeom>
          <a:noFill/>
          <a:ln w="5239">
            <a:solidFill>
              <a:srgbClr val="D9863D"/>
            </a:solidFill>
            <a:prstDash val="solid"/>
          </a:ln>
        </p:spPr>
      </p:sp>
      <p:sp>
        <p:nvSpPr>
          <p:cNvPr id="228" name="FIG2_MICRO_STREAM__DENSE__EDGE_10">
            <a:extLst>
              <a:ext uri="{FF2B5EF4-FFF2-40B4-BE49-F238E27FC236}">
                <a16:creationId xmlns:a16="http://schemas.microsoft.com/office/drawing/2014/main" id="{CD0C25B2-15E4-471B-86D4-9C73CFFC2C81}"/>
              </a:ext>
            </a:extLst>
          </p:cNvPr>
          <p:cNvSpPr>
            <a:spLocks noGrp="1"/>
          </p:cNvSpPr>
          <p:nvPr/>
        </p:nvSpPr>
        <p:spPr>
          <a:xfrm>
            <a:off x="3983831" y="2993231"/>
            <a:ext cx="69056" cy="88106"/>
          </a:xfrm>
          <a:prstGeom prst="line">
            <a:avLst/>
          </a:prstGeom>
          <a:noFill/>
          <a:ln w="6953">
            <a:solidFill>
              <a:srgbClr val="D9863D"/>
            </a:solidFill>
            <a:prstDash val="solid"/>
          </a:ln>
        </p:spPr>
      </p:sp>
      <p:sp>
        <p:nvSpPr>
          <p:cNvPr id="229" name="FIG2_MICRO_STREAM__DENSE__EDGE_11">
            <a:extLst>
              <a:ext uri="{FF2B5EF4-FFF2-40B4-BE49-F238E27FC236}">
                <a16:creationId xmlns:a16="http://schemas.microsoft.com/office/drawing/2014/main" id="{24CC9DF5-7CF8-4153-BF1D-52E3BDBEDB15}"/>
              </a:ext>
            </a:extLst>
          </p:cNvPr>
          <p:cNvSpPr>
            <a:spLocks noGrp="1"/>
          </p:cNvSpPr>
          <p:nvPr/>
        </p:nvSpPr>
        <p:spPr>
          <a:xfrm>
            <a:off x="3983831" y="2993231"/>
            <a:ext cx="23813" cy="200882"/>
          </a:xfrm>
          <a:prstGeom prst="line">
            <a:avLst/>
          </a:prstGeom>
          <a:noFill/>
          <a:ln w="8668">
            <a:solidFill>
              <a:srgbClr val="D9863D"/>
            </a:solidFill>
            <a:prstDash val="solid"/>
          </a:ln>
        </p:spPr>
      </p:sp>
      <p:sp>
        <p:nvSpPr>
          <p:cNvPr id="230" name="FIG2_MICRO_STREAM__DENSE__EDGE_12">
            <a:extLst>
              <a:ext uri="{FF2B5EF4-FFF2-40B4-BE49-F238E27FC236}">
                <a16:creationId xmlns:a16="http://schemas.microsoft.com/office/drawing/2014/main" id="{A5F03514-5D36-47F7-B706-8E0AEF5E00F9}"/>
              </a:ext>
            </a:extLst>
          </p:cNvPr>
          <p:cNvSpPr>
            <a:spLocks noGrp="1"/>
          </p:cNvSpPr>
          <p:nvPr/>
        </p:nvSpPr>
        <p:spPr>
          <a:xfrm flipH="1">
            <a:off x="3936206" y="2993231"/>
            <a:ext cx="47625" cy="165640"/>
          </a:xfrm>
          <a:prstGeom prst="line">
            <a:avLst/>
          </a:prstGeom>
          <a:noFill/>
          <a:ln w="10382">
            <a:solidFill>
              <a:srgbClr val="D9863D"/>
            </a:solidFill>
            <a:prstDash val="solid"/>
          </a:ln>
        </p:spPr>
      </p:sp>
      <p:sp>
        <p:nvSpPr>
          <p:cNvPr id="231" name="FIG2_MICRO_STREAM__DENSE__EDGE_13">
            <a:extLst>
              <a:ext uri="{FF2B5EF4-FFF2-40B4-BE49-F238E27FC236}">
                <a16:creationId xmlns:a16="http://schemas.microsoft.com/office/drawing/2014/main" id="{0396FF47-D801-4FAE-A3DE-1610BBD45E95}"/>
              </a:ext>
            </a:extLst>
          </p:cNvPr>
          <p:cNvSpPr>
            <a:spLocks noGrp="1"/>
          </p:cNvSpPr>
          <p:nvPr/>
        </p:nvSpPr>
        <p:spPr>
          <a:xfrm flipH="1">
            <a:off x="4007644" y="3081338"/>
            <a:ext cx="45244" cy="112776"/>
          </a:xfrm>
          <a:prstGeom prst="line">
            <a:avLst/>
          </a:prstGeom>
          <a:noFill/>
          <a:ln w="5239">
            <a:solidFill>
              <a:srgbClr val="D9863D"/>
            </a:solidFill>
            <a:prstDash val="solid"/>
          </a:ln>
        </p:spPr>
      </p:sp>
      <p:sp>
        <p:nvSpPr>
          <p:cNvPr id="232" name="FIG2_MICRO_STREAM__DENSE__EDGE_14">
            <a:extLst>
              <a:ext uri="{FF2B5EF4-FFF2-40B4-BE49-F238E27FC236}">
                <a16:creationId xmlns:a16="http://schemas.microsoft.com/office/drawing/2014/main" id="{3F374294-1BC0-4E29-BB79-A27C1A6D4D89}"/>
              </a:ext>
            </a:extLst>
          </p:cNvPr>
          <p:cNvSpPr>
            <a:spLocks noGrp="1"/>
          </p:cNvSpPr>
          <p:nvPr/>
        </p:nvSpPr>
        <p:spPr>
          <a:xfrm flipH="1">
            <a:off x="3936206" y="3081338"/>
            <a:ext cx="116681" cy="77533"/>
          </a:xfrm>
          <a:prstGeom prst="line">
            <a:avLst/>
          </a:prstGeom>
          <a:noFill/>
          <a:ln w="6953">
            <a:solidFill>
              <a:srgbClr val="D9863D"/>
            </a:solidFill>
            <a:prstDash val="solid"/>
          </a:ln>
        </p:spPr>
      </p:sp>
      <p:sp>
        <p:nvSpPr>
          <p:cNvPr id="233" name="FIG2_MICRO_STREAM__DENSE__EDGE_15">
            <a:extLst>
              <a:ext uri="{FF2B5EF4-FFF2-40B4-BE49-F238E27FC236}">
                <a16:creationId xmlns:a16="http://schemas.microsoft.com/office/drawing/2014/main" id="{7543E7BA-70AD-4D4D-A87C-7FF1574A811C}"/>
              </a:ext>
            </a:extLst>
          </p:cNvPr>
          <p:cNvSpPr>
            <a:spLocks noGrp="1"/>
          </p:cNvSpPr>
          <p:nvPr/>
        </p:nvSpPr>
        <p:spPr>
          <a:xfrm flipH="1" flipV="1">
            <a:off x="3936206" y="3158871"/>
            <a:ext cx="71438" cy="35242"/>
          </a:xfrm>
          <a:prstGeom prst="line">
            <a:avLst/>
          </a:prstGeom>
          <a:noFill/>
          <a:ln w="8668">
            <a:solidFill>
              <a:srgbClr val="D9863D"/>
            </a:solidFill>
            <a:prstDash val="solid"/>
          </a:ln>
        </p:spPr>
      </p:sp>
      <p:sp>
        <p:nvSpPr>
          <p:cNvPr id="234" name="FIG2_MICRO_STREAM__DENSE__NODE_1">
            <a:extLst>
              <a:ext uri="{FF2B5EF4-FFF2-40B4-BE49-F238E27FC236}">
                <a16:creationId xmlns:a16="http://schemas.microsoft.com/office/drawing/2014/main" id="{5C25C886-DAB0-40BF-8EA0-5F46682CCF2C}"/>
              </a:ext>
            </a:extLst>
          </p:cNvPr>
          <p:cNvSpPr>
            <a:spLocks noGrp="1"/>
          </p:cNvSpPr>
          <p:nvPr/>
        </p:nvSpPr>
        <p:spPr>
          <a:xfrm>
            <a:off x="3859054" y="3066002"/>
            <a:ext cx="44768" cy="44768"/>
          </a:xfrm>
          <a:prstGeom prst="ellipse">
            <a:avLst/>
          </a:prstGeom>
          <a:solidFill>
            <a:srgbClr val="FFFFFF"/>
          </a:solidFill>
          <a:ln w="10001">
            <a:solidFill>
              <a:srgbClr val="D9863D"/>
            </a:solidFill>
            <a:prstDash val="solid"/>
          </a:ln>
        </p:spPr>
      </p:sp>
      <p:sp>
        <p:nvSpPr>
          <p:cNvPr id="235" name="FIG2_MICRO_STREAM__DENSE__NODE_2">
            <a:extLst>
              <a:ext uri="{FF2B5EF4-FFF2-40B4-BE49-F238E27FC236}">
                <a16:creationId xmlns:a16="http://schemas.microsoft.com/office/drawing/2014/main" id="{C9CD5D13-3262-498B-92C0-F4056F4FEE3E}"/>
              </a:ext>
            </a:extLst>
          </p:cNvPr>
          <p:cNvSpPr>
            <a:spLocks noGrp="1"/>
          </p:cNvSpPr>
          <p:nvPr/>
        </p:nvSpPr>
        <p:spPr>
          <a:xfrm>
            <a:off x="3901916" y="2946178"/>
            <a:ext cx="44768" cy="44768"/>
          </a:xfrm>
          <a:prstGeom prst="ellipse">
            <a:avLst/>
          </a:prstGeom>
          <a:solidFill>
            <a:srgbClr val="FFFFFF"/>
          </a:solidFill>
          <a:ln w="10001">
            <a:solidFill>
              <a:srgbClr val="D9863D"/>
            </a:solidFill>
            <a:prstDash val="solid"/>
          </a:ln>
        </p:spPr>
      </p:sp>
      <p:sp>
        <p:nvSpPr>
          <p:cNvPr id="236" name="FIG2_MICRO_STREAM__DENSE__NODE_3">
            <a:extLst>
              <a:ext uri="{FF2B5EF4-FFF2-40B4-BE49-F238E27FC236}">
                <a16:creationId xmlns:a16="http://schemas.microsoft.com/office/drawing/2014/main" id="{BB883179-FBD4-47A7-9CE0-3768CE92F591}"/>
              </a:ext>
            </a:extLst>
          </p:cNvPr>
          <p:cNvSpPr>
            <a:spLocks noGrp="1"/>
          </p:cNvSpPr>
          <p:nvPr/>
        </p:nvSpPr>
        <p:spPr>
          <a:xfrm>
            <a:off x="3961448" y="2970848"/>
            <a:ext cx="44768" cy="44768"/>
          </a:xfrm>
          <a:prstGeom prst="ellipse">
            <a:avLst/>
          </a:prstGeom>
          <a:solidFill>
            <a:srgbClr val="FFFFFF"/>
          </a:solidFill>
          <a:ln w="10001">
            <a:solidFill>
              <a:srgbClr val="D9863D"/>
            </a:solidFill>
            <a:prstDash val="solid"/>
          </a:ln>
        </p:spPr>
      </p:sp>
      <p:sp>
        <p:nvSpPr>
          <p:cNvPr id="237" name="FIG2_MICRO_STREAM__DENSE__NODE_4">
            <a:extLst>
              <a:ext uri="{FF2B5EF4-FFF2-40B4-BE49-F238E27FC236}">
                <a16:creationId xmlns:a16="http://schemas.microsoft.com/office/drawing/2014/main" id="{1BC57F98-55F5-4969-A27F-B8A92EF2F04E}"/>
              </a:ext>
            </a:extLst>
          </p:cNvPr>
          <p:cNvSpPr>
            <a:spLocks noGrp="1"/>
          </p:cNvSpPr>
          <p:nvPr/>
        </p:nvSpPr>
        <p:spPr>
          <a:xfrm>
            <a:off x="4030504" y="3058954"/>
            <a:ext cx="44768" cy="44768"/>
          </a:xfrm>
          <a:prstGeom prst="ellipse">
            <a:avLst/>
          </a:prstGeom>
          <a:solidFill>
            <a:srgbClr val="FFFFFF"/>
          </a:solidFill>
          <a:ln w="10001">
            <a:solidFill>
              <a:srgbClr val="D9863D"/>
            </a:solidFill>
            <a:prstDash val="solid"/>
          </a:ln>
        </p:spPr>
      </p:sp>
      <p:sp>
        <p:nvSpPr>
          <p:cNvPr id="238" name="FIG2_MICRO_STREAM__DENSE__NODE_5">
            <a:extLst>
              <a:ext uri="{FF2B5EF4-FFF2-40B4-BE49-F238E27FC236}">
                <a16:creationId xmlns:a16="http://schemas.microsoft.com/office/drawing/2014/main" id="{4CFD9592-2F39-47F4-94E8-32E30AF6811A}"/>
              </a:ext>
            </a:extLst>
          </p:cNvPr>
          <p:cNvSpPr>
            <a:spLocks noGrp="1"/>
          </p:cNvSpPr>
          <p:nvPr/>
        </p:nvSpPr>
        <p:spPr>
          <a:xfrm>
            <a:off x="3985260" y="3171730"/>
            <a:ext cx="44768" cy="44768"/>
          </a:xfrm>
          <a:prstGeom prst="ellipse">
            <a:avLst/>
          </a:prstGeom>
          <a:solidFill>
            <a:srgbClr val="FFFFFF"/>
          </a:solidFill>
          <a:ln w="10001">
            <a:solidFill>
              <a:srgbClr val="D9863D"/>
            </a:solidFill>
            <a:prstDash val="solid"/>
          </a:ln>
        </p:spPr>
      </p:sp>
      <p:sp>
        <p:nvSpPr>
          <p:cNvPr id="239" name="FIG2_MICRO_STREAM__DENSE__NODE_6">
            <a:extLst>
              <a:ext uri="{FF2B5EF4-FFF2-40B4-BE49-F238E27FC236}">
                <a16:creationId xmlns:a16="http://schemas.microsoft.com/office/drawing/2014/main" id="{84E1F9E5-EF1F-4D04-AAF3-00CA88CD50AA}"/>
              </a:ext>
            </a:extLst>
          </p:cNvPr>
          <p:cNvSpPr>
            <a:spLocks noGrp="1"/>
          </p:cNvSpPr>
          <p:nvPr/>
        </p:nvSpPr>
        <p:spPr>
          <a:xfrm>
            <a:off x="3913823" y="3136487"/>
            <a:ext cx="44768" cy="44768"/>
          </a:xfrm>
          <a:prstGeom prst="ellipse">
            <a:avLst/>
          </a:prstGeom>
          <a:solidFill>
            <a:srgbClr val="FFFFFF"/>
          </a:solidFill>
          <a:ln w="10001">
            <a:solidFill>
              <a:srgbClr val="D9863D"/>
            </a:solidFill>
            <a:prstDash val="solid"/>
          </a:ln>
        </p:spPr>
      </p:sp>
      <p:sp>
        <p:nvSpPr>
          <p:cNvPr id="240" name="FIG2_MICRO_STREAM__GRAPH">
            <a:extLst>
              <a:ext uri="{FF2B5EF4-FFF2-40B4-BE49-F238E27FC236}">
                <a16:creationId xmlns:a16="http://schemas.microsoft.com/office/drawing/2014/main" id="{CF15339F-C832-4CC3-B71B-09C62377FD13}"/>
              </a:ext>
            </a:extLst>
          </p:cNvPr>
          <p:cNvSpPr>
            <a:spLocks noGrp="1"/>
          </p:cNvSpPr>
          <p:nvPr/>
        </p:nvSpPr>
        <p:spPr>
          <a:xfrm>
            <a:off x="4181475" y="2876550"/>
            <a:ext cx="295275" cy="4000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241" name="FIG2_MICRO_STREAM__GRAPH__EDGE_1">
            <a:extLst>
              <a:ext uri="{FF2B5EF4-FFF2-40B4-BE49-F238E27FC236}">
                <a16:creationId xmlns:a16="http://schemas.microsoft.com/office/drawing/2014/main" id="{5036648C-73BC-4C04-A262-C8A28D7F5B54}"/>
              </a:ext>
            </a:extLst>
          </p:cNvPr>
          <p:cNvSpPr>
            <a:spLocks noGrp="1"/>
          </p:cNvSpPr>
          <p:nvPr/>
        </p:nvSpPr>
        <p:spPr>
          <a:xfrm flipV="1">
            <a:off x="4211003" y="2948559"/>
            <a:ext cx="53149" cy="136017"/>
          </a:xfrm>
          <a:prstGeom prst="line">
            <a:avLst/>
          </a:prstGeom>
          <a:noFill/>
          <a:ln w="10478">
            <a:solidFill>
              <a:srgbClr val="D9863D"/>
            </a:solidFill>
            <a:prstDash val="solid"/>
          </a:ln>
        </p:spPr>
      </p:sp>
      <p:sp>
        <p:nvSpPr>
          <p:cNvPr id="242" name="FIG2_MICRO_STREAM__GRAPH__EDGE_2">
            <a:extLst>
              <a:ext uri="{FF2B5EF4-FFF2-40B4-BE49-F238E27FC236}">
                <a16:creationId xmlns:a16="http://schemas.microsoft.com/office/drawing/2014/main" id="{5C6912FF-A451-4843-813F-D0CFD16B22C6}"/>
              </a:ext>
            </a:extLst>
          </p:cNvPr>
          <p:cNvSpPr>
            <a:spLocks noGrp="1"/>
          </p:cNvSpPr>
          <p:nvPr/>
        </p:nvSpPr>
        <p:spPr>
          <a:xfrm>
            <a:off x="4211003" y="3084576"/>
            <a:ext cx="67913" cy="80010"/>
          </a:xfrm>
          <a:prstGeom prst="line">
            <a:avLst/>
          </a:prstGeom>
          <a:noFill/>
          <a:ln w="7620">
            <a:solidFill>
              <a:srgbClr val="D9863D"/>
            </a:solidFill>
            <a:prstDash val="solid"/>
          </a:ln>
        </p:spPr>
      </p:sp>
      <p:sp>
        <p:nvSpPr>
          <p:cNvPr id="243" name="FIG2_MICRO_STREAM__GRAPH__EDGE_3">
            <a:extLst>
              <a:ext uri="{FF2B5EF4-FFF2-40B4-BE49-F238E27FC236}">
                <a16:creationId xmlns:a16="http://schemas.microsoft.com/office/drawing/2014/main" id="{AB2D0F20-A249-4D1B-9737-28E507BC8A30}"/>
              </a:ext>
            </a:extLst>
          </p:cNvPr>
          <p:cNvSpPr>
            <a:spLocks noGrp="1"/>
          </p:cNvSpPr>
          <p:nvPr/>
        </p:nvSpPr>
        <p:spPr>
          <a:xfrm>
            <a:off x="4264152" y="2948559"/>
            <a:ext cx="73819" cy="28003"/>
          </a:xfrm>
          <a:prstGeom prst="line">
            <a:avLst/>
          </a:prstGeom>
          <a:noFill/>
          <a:ln w="12383">
            <a:solidFill>
              <a:srgbClr val="D9863D"/>
            </a:solidFill>
            <a:prstDash val="solid"/>
          </a:ln>
        </p:spPr>
      </p:sp>
      <p:sp>
        <p:nvSpPr>
          <p:cNvPr id="244" name="FIG2_MICRO_STREAM__GRAPH__EDGE_4">
            <a:extLst>
              <a:ext uri="{FF2B5EF4-FFF2-40B4-BE49-F238E27FC236}">
                <a16:creationId xmlns:a16="http://schemas.microsoft.com/office/drawing/2014/main" id="{CA29E19B-2F9D-4235-8C7D-2ACAB3342B6D}"/>
              </a:ext>
            </a:extLst>
          </p:cNvPr>
          <p:cNvSpPr>
            <a:spLocks noGrp="1"/>
          </p:cNvSpPr>
          <p:nvPr/>
        </p:nvSpPr>
        <p:spPr>
          <a:xfrm>
            <a:off x="4264152" y="2948559"/>
            <a:ext cx="14764" cy="216027"/>
          </a:xfrm>
          <a:prstGeom prst="line">
            <a:avLst/>
          </a:prstGeom>
          <a:noFill/>
          <a:ln w="8573">
            <a:solidFill>
              <a:srgbClr val="D9863D"/>
            </a:solidFill>
            <a:prstDash val="solid"/>
          </a:ln>
        </p:spPr>
      </p:sp>
      <p:sp>
        <p:nvSpPr>
          <p:cNvPr id="245" name="FIG2_MICRO_STREAM__GRAPH__EDGE_5">
            <a:extLst>
              <a:ext uri="{FF2B5EF4-FFF2-40B4-BE49-F238E27FC236}">
                <a16:creationId xmlns:a16="http://schemas.microsoft.com/office/drawing/2014/main" id="{220C1C1F-9756-4B7A-81A8-3896BA3D25FD}"/>
              </a:ext>
            </a:extLst>
          </p:cNvPr>
          <p:cNvSpPr>
            <a:spLocks noGrp="1"/>
          </p:cNvSpPr>
          <p:nvPr/>
        </p:nvSpPr>
        <p:spPr>
          <a:xfrm flipH="1">
            <a:off x="4278916" y="2976563"/>
            <a:ext cx="59055" cy="188024"/>
          </a:xfrm>
          <a:prstGeom prst="line">
            <a:avLst/>
          </a:prstGeom>
          <a:noFill/>
          <a:ln w="11430">
            <a:solidFill>
              <a:srgbClr val="D9863D"/>
            </a:solidFill>
            <a:prstDash val="solid"/>
          </a:ln>
        </p:spPr>
      </p:sp>
      <p:sp>
        <p:nvSpPr>
          <p:cNvPr id="246" name="FIG2_MICRO_STREAM__GRAPH__EDGE_6">
            <a:extLst>
              <a:ext uri="{FF2B5EF4-FFF2-40B4-BE49-F238E27FC236}">
                <a16:creationId xmlns:a16="http://schemas.microsoft.com/office/drawing/2014/main" id="{4261CFD0-C90C-4B5C-B091-0124C1AF6D89}"/>
              </a:ext>
            </a:extLst>
          </p:cNvPr>
          <p:cNvSpPr>
            <a:spLocks noGrp="1"/>
          </p:cNvSpPr>
          <p:nvPr/>
        </p:nvSpPr>
        <p:spPr>
          <a:xfrm flipH="1">
            <a:off x="4367498" y="3076575"/>
            <a:ext cx="56102" cy="128016"/>
          </a:xfrm>
          <a:prstGeom prst="line">
            <a:avLst/>
          </a:prstGeom>
          <a:noFill/>
          <a:ln w="13335">
            <a:solidFill>
              <a:srgbClr val="D9863D"/>
            </a:solidFill>
            <a:prstDash val="solid"/>
          </a:ln>
        </p:spPr>
      </p:sp>
      <p:sp>
        <p:nvSpPr>
          <p:cNvPr id="247" name="FIG2_MICRO_STREAM__GRAPH__EDGE_7">
            <a:extLst>
              <a:ext uri="{FF2B5EF4-FFF2-40B4-BE49-F238E27FC236}">
                <a16:creationId xmlns:a16="http://schemas.microsoft.com/office/drawing/2014/main" id="{D728E9BD-7636-4F13-B476-2A6936262B83}"/>
              </a:ext>
            </a:extLst>
          </p:cNvPr>
          <p:cNvSpPr>
            <a:spLocks noGrp="1"/>
          </p:cNvSpPr>
          <p:nvPr/>
        </p:nvSpPr>
        <p:spPr>
          <a:xfrm flipH="1" flipV="1">
            <a:off x="4278916" y="3164586"/>
            <a:ext cx="88582" cy="40005"/>
          </a:xfrm>
          <a:prstGeom prst="line">
            <a:avLst/>
          </a:prstGeom>
          <a:noFill/>
          <a:ln w="7144">
            <a:solidFill>
              <a:srgbClr val="D9863D"/>
            </a:solidFill>
            <a:prstDash val="solid"/>
          </a:ln>
        </p:spPr>
      </p:sp>
      <p:sp>
        <p:nvSpPr>
          <p:cNvPr id="248" name="FIG2_MICRO_STREAM__GRAPH__NODE_1">
            <a:extLst>
              <a:ext uri="{FF2B5EF4-FFF2-40B4-BE49-F238E27FC236}">
                <a16:creationId xmlns:a16="http://schemas.microsoft.com/office/drawing/2014/main" id="{3C76DE45-1DEA-488E-A6CA-FBF13F509487}"/>
              </a:ext>
            </a:extLst>
          </p:cNvPr>
          <p:cNvSpPr>
            <a:spLocks noGrp="1"/>
          </p:cNvSpPr>
          <p:nvPr/>
        </p:nvSpPr>
        <p:spPr>
          <a:xfrm>
            <a:off x="4191953" y="3065526"/>
            <a:ext cx="38100" cy="38100"/>
          </a:xfrm>
          <a:prstGeom prst="ellipse">
            <a:avLst/>
          </a:prstGeom>
          <a:solidFill>
            <a:srgbClr val="FFFFFF"/>
          </a:solidFill>
          <a:ln w="10001">
            <a:solidFill>
              <a:srgbClr val="D9863D"/>
            </a:solidFill>
            <a:prstDash val="solid"/>
          </a:ln>
        </p:spPr>
      </p:sp>
      <p:sp>
        <p:nvSpPr>
          <p:cNvPr id="249" name="FIG2_MICRO_STREAM__GRAPH__NODE_2">
            <a:extLst>
              <a:ext uri="{FF2B5EF4-FFF2-40B4-BE49-F238E27FC236}">
                <a16:creationId xmlns:a16="http://schemas.microsoft.com/office/drawing/2014/main" id="{DDD18BBA-A1D2-4825-8C1E-5822AC26DDBD}"/>
              </a:ext>
            </a:extLst>
          </p:cNvPr>
          <p:cNvSpPr>
            <a:spLocks noGrp="1"/>
          </p:cNvSpPr>
          <p:nvPr/>
        </p:nvSpPr>
        <p:spPr>
          <a:xfrm>
            <a:off x="4245102" y="2929509"/>
            <a:ext cx="38100" cy="38100"/>
          </a:xfrm>
          <a:prstGeom prst="ellipse">
            <a:avLst/>
          </a:prstGeom>
          <a:solidFill>
            <a:srgbClr val="FFFFFF"/>
          </a:solidFill>
          <a:ln w="10001">
            <a:solidFill>
              <a:srgbClr val="D9863D"/>
            </a:solidFill>
            <a:prstDash val="solid"/>
          </a:ln>
        </p:spPr>
      </p:sp>
      <p:sp>
        <p:nvSpPr>
          <p:cNvPr id="250" name="FIG2_MICRO_STREAM__GRAPH__NODE_3">
            <a:extLst>
              <a:ext uri="{FF2B5EF4-FFF2-40B4-BE49-F238E27FC236}">
                <a16:creationId xmlns:a16="http://schemas.microsoft.com/office/drawing/2014/main" id="{B35BB87F-6980-4CC1-BAFA-E5235F63346F}"/>
              </a:ext>
            </a:extLst>
          </p:cNvPr>
          <p:cNvSpPr>
            <a:spLocks noGrp="1"/>
          </p:cNvSpPr>
          <p:nvPr/>
        </p:nvSpPr>
        <p:spPr>
          <a:xfrm>
            <a:off x="4318921" y="2957513"/>
            <a:ext cx="38100" cy="38100"/>
          </a:xfrm>
          <a:prstGeom prst="ellipse">
            <a:avLst/>
          </a:prstGeom>
          <a:solidFill>
            <a:srgbClr val="FFFFFF"/>
          </a:solidFill>
          <a:ln w="10001">
            <a:solidFill>
              <a:srgbClr val="D9863D"/>
            </a:solidFill>
            <a:prstDash val="solid"/>
          </a:ln>
        </p:spPr>
      </p:sp>
      <p:sp>
        <p:nvSpPr>
          <p:cNvPr id="251" name="FIG2_MICRO_STREAM__GRAPH__NODE_4">
            <a:extLst>
              <a:ext uri="{FF2B5EF4-FFF2-40B4-BE49-F238E27FC236}">
                <a16:creationId xmlns:a16="http://schemas.microsoft.com/office/drawing/2014/main" id="{2ABF1B06-D8B4-4944-96DF-14461CE74CF5}"/>
              </a:ext>
            </a:extLst>
          </p:cNvPr>
          <p:cNvSpPr>
            <a:spLocks noGrp="1"/>
          </p:cNvSpPr>
          <p:nvPr/>
        </p:nvSpPr>
        <p:spPr>
          <a:xfrm>
            <a:off x="4404551" y="3057525"/>
            <a:ext cx="38100" cy="38100"/>
          </a:xfrm>
          <a:prstGeom prst="ellipse">
            <a:avLst/>
          </a:prstGeom>
          <a:solidFill>
            <a:srgbClr val="FFFFFF"/>
          </a:solidFill>
          <a:ln w="10001">
            <a:solidFill>
              <a:srgbClr val="D9863D"/>
            </a:solidFill>
            <a:prstDash val="solid"/>
          </a:ln>
        </p:spPr>
      </p:sp>
      <p:sp>
        <p:nvSpPr>
          <p:cNvPr id="252" name="FIG2_MICRO_STREAM__GRAPH__NODE_5">
            <a:extLst>
              <a:ext uri="{FF2B5EF4-FFF2-40B4-BE49-F238E27FC236}">
                <a16:creationId xmlns:a16="http://schemas.microsoft.com/office/drawing/2014/main" id="{D875F4F8-71C8-4EB2-AAFA-9638229FDDB0}"/>
              </a:ext>
            </a:extLst>
          </p:cNvPr>
          <p:cNvSpPr>
            <a:spLocks noGrp="1"/>
          </p:cNvSpPr>
          <p:nvPr/>
        </p:nvSpPr>
        <p:spPr>
          <a:xfrm>
            <a:off x="4348448" y="3185541"/>
            <a:ext cx="38100" cy="38100"/>
          </a:xfrm>
          <a:prstGeom prst="ellipse">
            <a:avLst/>
          </a:prstGeom>
          <a:solidFill>
            <a:srgbClr val="FFFFFF"/>
          </a:solidFill>
          <a:ln w="10001">
            <a:solidFill>
              <a:srgbClr val="D9863D"/>
            </a:solidFill>
            <a:prstDash val="solid"/>
          </a:ln>
        </p:spPr>
      </p:sp>
      <p:sp>
        <p:nvSpPr>
          <p:cNvPr id="253" name="FIG2_MICRO_STREAM__GRAPH__NODE_6">
            <a:extLst>
              <a:ext uri="{FF2B5EF4-FFF2-40B4-BE49-F238E27FC236}">
                <a16:creationId xmlns:a16="http://schemas.microsoft.com/office/drawing/2014/main" id="{4C710516-4906-490A-8BEE-4609BEEF83B8}"/>
              </a:ext>
            </a:extLst>
          </p:cNvPr>
          <p:cNvSpPr>
            <a:spLocks noGrp="1"/>
          </p:cNvSpPr>
          <p:nvPr/>
        </p:nvSpPr>
        <p:spPr>
          <a:xfrm>
            <a:off x="4259866" y="3145536"/>
            <a:ext cx="38100" cy="38100"/>
          </a:xfrm>
          <a:prstGeom prst="ellipse">
            <a:avLst/>
          </a:prstGeom>
          <a:solidFill>
            <a:srgbClr val="FFFFFF"/>
          </a:solidFill>
          <a:ln w="10001">
            <a:solidFill>
              <a:srgbClr val="D9863D"/>
            </a:solidFill>
            <a:prstDash val="solid"/>
          </a:ln>
        </p:spPr>
      </p:sp>
      <p:cxnSp>
        <p:nvCxnSpPr>
          <p:cNvPr id="670" name="FIG2_MICRO_STREAM__TOPK"/>
          <p:cNvCxnSpPr>
            <a:stCxn id="218" idx="3"/>
            <a:endCxn id="240" idx="1"/>
          </p:cNvCxnSpPr>
          <p:nvPr/>
        </p:nvCxnSpPr>
        <p:spPr>
          <a:xfrm flipV="1">
            <a:off x="4095750" y="3076575"/>
            <a:ext cx="85725" cy="4763"/>
          </a:xfrm>
          <a:prstGeom prst="straightConnector1">
            <a:avLst/>
          </a:prstGeom>
          <a:ln w="14288">
            <a:solidFill>
              <a:srgbClr val="D9863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55" name="FIG2_MICRO_STREAM__K">
            <a:extLst>
              <a:ext uri="{FF2B5EF4-FFF2-40B4-BE49-F238E27FC236}">
                <a16:creationId xmlns:a16="http://schemas.microsoft.com/office/drawing/2014/main" id="{B5C969D3-073E-47CF-B3E9-181D885B407A}"/>
              </a:ext>
            </a:extLst>
          </p:cNvPr>
          <p:cNvSpPr>
            <a:spLocks noGrp="1"/>
          </p:cNvSpPr>
          <p:nvPr/>
        </p:nvSpPr>
        <p:spPr>
          <a:xfrm>
            <a:off x="3895725" y="2705100"/>
            <a:ext cx="4572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288" tIns="4763" rIns="14288" bIns="4763" anchor="ctr">
            <a:noAutofit/>
          </a:bodyPr>
          <a:lstStyle/>
          <a:p>
            <a:pPr algn="ctr">
              <a:defRPr sz="1020" b="0" i="0">
                <a:solidFill>
                  <a:srgbClr val="5D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0" b="0" i="0">
                <a:solidFill>
                  <a:srgbClr val="5D7280"/>
                </a:solidFill>
                <a:latin typeface="Times New Roman"/>
                <a:ea typeface="Times New Roman"/>
                <a:cs typeface="Times New Roman"/>
              </a:rPr>
              <a:t>K=5</a:t>
            </a:r>
          </a:p>
        </p:txBody>
      </p:sp>
      <p:sp>
        <p:nvSpPr>
          <p:cNvPr id="256" name="FIG2_MICRO_STREAM__GRAPH_LABEL">
            <a:extLst>
              <a:ext uri="{FF2B5EF4-FFF2-40B4-BE49-F238E27FC236}">
                <a16:creationId xmlns:a16="http://schemas.microsoft.com/office/drawing/2014/main" id="{39171DB5-E7A4-4D00-9C65-5167DA63FF40}"/>
              </a:ext>
            </a:extLst>
          </p:cNvPr>
          <p:cNvSpPr>
            <a:spLocks noGrp="1"/>
          </p:cNvSpPr>
          <p:nvPr/>
        </p:nvSpPr>
        <p:spPr>
          <a:xfrm>
            <a:off x="3743325" y="3305175"/>
            <a:ext cx="704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288" tIns="4763" rIns="14288" bIns="4763" anchor="ctr">
            <a:noAutofit/>
          </a:bodyPr>
          <a:lstStyle/>
          <a:p>
            <a:pPr algn="ctr">
              <a:def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Local-</a:t>
            </a:r>
          </a:p>
          <a:p>
            <a:pPr algn="ctr">
              <a:def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Change</a:t>
            </a:r>
          </a:p>
          <a:p>
            <a:pPr algn="ctr">
              <a:def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Graph</a:t>
            </a:r>
          </a:p>
        </p:txBody>
      </p:sp>
      <p:sp>
        <p:nvSpPr>
          <p:cNvPr id="257" name="FIG2_MICRO_STREAM__RN">
            <a:extLst>
              <a:ext uri="{FF2B5EF4-FFF2-40B4-BE49-F238E27FC236}">
                <a16:creationId xmlns:a16="http://schemas.microsoft.com/office/drawing/2014/main" id="{AD4B251A-1C72-4FCF-9D7C-74B4FFACB385}"/>
              </a:ext>
            </a:extLst>
          </p:cNvPr>
          <p:cNvSpPr>
            <a:spLocks noGrp="1"/>
          </p:cNvSpPr>
          <p:nvPr/>
        </p:nvSpPr>
        <p:spPr>
          <a:xfrm>
            <a:off x="3781425" y="3838575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288" tIns="4763" rIns="14288" bIns="4763" anchor="ctr">
            <a:noAutofit/>
          </a:bodyPr>
          <a:lstStyle/>
          <a:p>
            <a:pPr algn="ctr">
              <a:defRPr sz="1100" b="0" i="0">
                <a:solidFill>
                  <a:srgbClr val="5D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0" i="0">
                <a:solidFill>
                  <a:srgbClr val="5D7280"/>
                </a:solidFill>
                <a:latin typeface="Times New Roman"/>
                <a:ea typeface="Times New Roman"/>
                <a:cs typeface="Times New Roman"/>
              </a:rPr>
              <a:t>RN</a:t>
            </a:r>
          </a:p>
        </p:txBody>
      </p:sp>
      <p:sp>
        <p:nvSpPr>
          <p:cNvPr id="258" name="FIG2_MICRO_FUSION">
            <a:extLst>
              <a:ext uri="{FF2B5EF4-FFF2-40B4-BE49-F238E27FC236}">
                <a16:creationId xmlns:a16="http://schemas.microsoft.com/office/drawing/2014/main" id="{F2AD8EE1-D073-4638-8E04-8B50325B28F8}"/>
              </a:ext>
            </a:extLst>
          </p:cNvPr>
          <p:cNvSpPr>
            <a:spLocks noGrp="1"/>
          </p:cNvSpPr>
          <p:nvPr/>
        </p:nvSpPr>
        <p:spPr>
          <a:xfrm>
            <a:off x="4533900" y="2714625"/>
            <a:ext cx="762000" cy="9525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259" name="FIG2_MICRO_FUSION__SIGMA">
            <a:extLst>
              <a:ext uri="{FF2B5EF4-FFF2-40B4-BE49-F238E27FC236}">
                <a16:creationId xmlns:a16="http://schemas.microsoft.com/office/drawing/2014/main" id="{B7932968-509F-4BDF-B395-DF079D9C0EEF}"/>
              </a:ext>
            </a:extLst>
          </p:cNvPr>
          <p:cNvSpPr>
            <a:spLocks noGrp="1"/>
          </p:cNvSpPr>
          <p:nvPr/>
        </p:nvSpPr>
        <p:spPr>
          <a:xfrm>
            <a:off x="4552950" y="2943225"/>
            <a:ext cx="266700" cy="266700"/>
          </a:xfrm>
          <a:prstGeom prst="ellipse">
            <a:avLst/>
          </a:prstGeom>
          <a:solidFill>
            <a:srgbClr val="FFFFFF"/>
          </a:solidFill>
          <a:ln w="10954">
            <a:solidFill>
              <a:srgbClr val="D9863D"/>
            </a:solidFill>
            <a:prstDash val="solid"/>
          </a:ln>
        </p:spPr>
        <p:txBody>
          <a:bodyPr wrap="square" lIns="14288" tIns="4763" rIns="14288" bIns="4763" anchor="ctr">
            <a:normAutofit fontScale="90379"/>
          </a:bodyPr>
          <a:lstStyle/>
          <a:p>
            <a:pPr algn="ctr">
              <a:defRPr sz="1300" b="0" i="0">
                <a:solidFill>
                  <a:srgbClr val="D986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 b="0" i="0">
                <a:solidFill>
                  <a:srgbClr val="D9863D"/>
                </a:solidFill>
                <a:latin typeface="Times New Roman"/>
                <a:ea typeface="Times New Roman"/>
                <a:cs typeface="Times New Roman"/>
              </a:rPr>
              <a:t>Σ</a:t>
            </a:r>
          </a:p>
        </p:txBody>
      </p:sp>
      <p:sp>
        <p:nvSpPr>
          <p:cNvPr id="260" name="FIG2_MICRO_FUSION__PRIOR">
            <a:extLst>
              <a:ext uri="{FF2B5EF4-FFF2-40B4-BE49-F238E27FC236}">
                <a16:creationId xmlns:a16="http://schemas.microsoft.com/office/drawing/2014/main" id="{CCB7322E-FBE4-4E7F-9DFB-46720800CB7F}"/>
              </a:ext>
            </a:extLst>
          </p:cNvPr>
          <p:cNvSpPr>
            <a:spLocks noGrp="1"/>
          </p:cNvSpPr>
          <p:nvPr/>
        </p:nvSpPr>
        <p:spPr>
          <a:xfrm>
            <a:off x="4914900" y="2876550"/>
            <a:ext cx="352425" cy="4191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261" name="FIG2_MICRO_FUSION__PRIOR__EDGE_1">
            <a:extLst>
              <a:ext uri="{FF2B5EF4-FFF2-40B4-BE49-F238E27FC236}">
                <a16:creationId xmlns:a16="http://schemas.microsoft.com/office/drawing/2014/main" id="{3654F75D-2BC9-4858-9E42-CDA0364A58A6}"/>
              </a:ext>
            </a:extLst>
          </p:cNvPr>
          <p:cNvSpPr>
            <a:spLocks noGrp="1"/>
          </p:cNvSpPr>
          <p:nvPr/>
        </p:nvSpPr>
        <p:spPr>
          <a:xfrm flipV="1">
            <a:off x="4950143" y="2951988"/>
            <a:ext cx="63436" cy="142494"/>
          </a:xfrm>
          <a:prstGeom prst="line">
            <a:avLst/>
          </a:prstGeom>
          <a:noFill/>
          <a:ln w="10478">
            <a:solidFill>
              <a:srgbClr val="D9863D"/>
            </a:solidFill>
            <a:prstDash val="solid"/>
          </a:ln>
        </p:spPr>
      </p:sp>
      <p:sp>
        <p:nvSpPr>
          <p:cNvPr id="262" name="FIG2_MICRO_FUSION__PRIOR__EDGE_2">
            <a:extLst>
              <a:ext uri="{FF2B5EF4-FFF2-40B4-BE49-F238E27FC236}">
                <a16:creationId xmlns:a16="http://schemas.microsoft.com/office/drawing/2014/main" id="{E41EF7AA-5F60-4575-ABBA-1DB6CBDE093F}"/>
              </a:ext>
            </a:extLst>
          </p:cNvPr>
          <p:cNvSpPr>
            <a:spLocks noGrp="1"/>
          </p:cNvSpPr>
          <p:nvPr/>
        </p:nvSpPr>
        <p:spPr>
          <a:xfrm>
            <a:off x="4950143" y="3094482"/>
            <a:ext cx="81058" cy="83820"/>
          </a:xfrm>
          <a:prstGeom prst="line">
            <a:avLst/>
          </a:prstGeom>
          <a:noFill/>
          <a:ln w="7620">
            <a:solidFill>
              <a:srgbClr val="D9863D"/>
            </a:solidFill>
            <a:prstDash val="solid"/>
          </a:ln>
        </p:spPr>
      </p:sp>
      <p:sp>
        <p:nvSpPr>
          <p:cNvPr id="263" name="FIG2_MICRO_FUSION__PRIOR__EDGE_3">
            <a:extLst>
              <a:ext uri="{FF2B5EF4-FFF2-40B4-BE49-F238E27FC236}">
                <a16:creationId xmlns:a16="http://schemas.microsoft.com/office/drawing/2014/main" id="{E7E0D897-9CCE-4A61-89F3-B3BFEE5C3804}"/>
              </a:ext>
            </a:extLst>
          </p:cNvPr>
          <p:cNvSpPr>
            <a:spLocks noGrp="1"/>
          </p:cNvSpPr>
          <p:nvPr/>
        </p:nvSpPr>
        <p:spPr>
          <a:xfrm>
            <a:off x="5013579" y="2951988"/>
            <a:ext cx="88106" cy="29337"/>
          </a:xfrm>
          <a:prstGeom prst="line">
            <a:avLst/>
          </a:prstGeom>
          <a:noFill/>
          <a:ln w="14764">
            <a:solidFill>
              <a:srgbClr val="D9863D"/>
            </a:solidFill>
            <a:prstDash val="solid"/>
          </a:ln>
        </p:spPr>
      </p:sp>
      <p:sp>
        <p:nvSpPr>
          <p:cNvPr id="264" name="FIG2_MICRO_FUSION__PRIOR__EDGE_4">
            <a:extLst>
              <a:ext uri="{FF2B5EF4-FFF2-40B4-BE49-F238E27FC236}">
                <a16:creationId xmlns:a16="http://schemas.microsoft.com/office/drawing/2014/main" id="{1202228A-232E-4C54-84FF-A7AA56B2F4A3}"/>
              </a:ext>
            </a:extLst>
          </p:cNvPr>
          <p:cNvSpPr>
            <a:spLocks noGrp="1"/>
          </p:cNvSpPr>
          <p:nvPr/>
        </p:nvSpPr>
        <p:spPr>
          <a:xfrm>
            <a:off x="5013579" y="2951988"/>
            <a:ext cx="17621" cy="226314"/>
          </a:xfrm>
          <a:prstGeom prst="line">
            <a:avLst/>
          </a:prstGeom>
          <a:noFill/>
          <a:ln w="12859">
            <a:solidFill>
              <a:srgbClr val="D9863D"/>
            </a:solidFill>
            <a:prstDash val="solid"/>
          </a:ln>
        </p:spPr>
      </p:sp>
      <p:sp>
        <p:nvSpPr>
          <p:cNvPr id="265" name="FIG2_MICRO_FUSION__PRIOR__EDGE_5">
            <a:extLst>
              <a:ext uri="{FF2B5EF4-FFF2-40B4-BE49-F238E27FC236}">
                <a16:creationId xmlns:a16="http://schemas.microsoft.com/office/drawing/2014/main" id="{13DBBFE9-1A7E-48C2-97B3-6EC5199886AB}"/>
              </a:ext>
            </a:extLst>
          </p:cNvPr>
          <p:cNvSpPr>
            <a:spLocks noGrp="1"/>
          </p:cNvSpPr>
          <p:nvPr/>
        </p:nvSpPr>
        <p:spPr>
          <a:xfrm flipH="1">
            <a:off x="5031200" y="2981325"/>
            <a:ext cx="70485" cy="196977"/>
          </a:xfrm>
          <a:prstGeom prst="line">
            <a:avLst/>
          </a:prstGeom>
          <a:noFill/>
          <a:ln w="9049">
            <a:solidFill>
              <a:srgbClr val="D9863D"/>
            </a:solidFill>
            <a:prstDash val="solid"/>
          </a:ln>
        </p:spPr>
      </p:sp>
      <p:sp>
        <p:nvSpPr>
          <p:cNvPr id="266" name="FIG2_MICRO_FUSION__PRIOR__EDGE_6">
            <a:extLst>
              <a:ext uri="{FF2B5EF4-FFF2-40B4-BE49-F238E27FC236}">
                <a16:creationId xmlns:a16="http://schemas.microsoft.com/office/drawing/2014/main" id="{A4793E27-B984-488A-8DE1-C1F558C91BE6}"/>
              </a:ext>
            </a:extLst>
          </p:cNvPr>
          <p:cNvSpPr>
            <a:spLocks noGrp="1"/>
          </p:cNvSpPr>
          <p:nvPr/>
        </p:nvSpPr>
        <p:spPr>
          <a:xfrm flipH="1">
            <a:off x="5136928" y="3086100"/>
            <a:ext cx="66961" cy="134112"/>
          </a:xfrm>
          <a:prstGeom prst="line">
            <a:avLst/>
          </a:prstGeom>
          <a:noFill/>
          <a:ln w="16193">
            <a:solidFill>
              <a:srgbClr val="D9863D"/>
            </a:solidFill>
            <a:prstDash val="solid"/>
          </a:ln>
        </p:spPr>
      </p:sp>
      <p:sp>
        <p:nvSpPr>
          <p:cNvPr id="267" name="FIG2_MICRO_FUSION__PRIOR__EDGE_7">
            <a:extLst>
              <a:ext uri="{FF2B5EF4-FFF2-40B4-BE49-F238E27FC236}">
                <a16:creationId xmlns:a16="http://schemas.microsoft.com/office/drawing/2014/main" id="{9B610669-54E9-4AAD-9E69-84FF413F8E14}"/>
              </a:ext>
            </a:extLst>
          </p:cNvPr>
          <p:cNvSpPr>
            <a:spLocks noGrp="1"/>
          </p:cNvSpPr>
          <p:nvPr/>
        </p:nvSpPr>
        <p:spPr>
          <a:xfrm flipH="1" flipV="1">
            <a:off x="5031200" y="3178302"/>
            <a:ext cx="105727" cy="41910"/>
          </a:xfrm>
          <a:prstGeom prst="line">
            <a:avLst/>
          </a:prstGeom>
          <a:noFill/>
          <a:ln w="11906">
            <a:solidFill>
              <a:srgbClr val="D9863D"/>
            </a:solidFill>
            <a:prstDash val="solid"/>
          </a:ln>
        </p:spPr>
      </p:sp>
      <p:sp>
        <p:nvSpPr>
          <p:cNvPr id="268" name="FIG2_MICRO_FUSION__PRIOR__NODE_1">
            <a:extLst>
              <a:ext uri="{FF2B5EF4-FFF2-40B4-BE49-F238E27FC236}">
                <a16:creationId xmlns:a16="http://schemas.microsoft.com/office/drawing/2014/main" id="{A1C8DA6A-FB86-470A-ADAD-0D285F31AA41}"/>
              </a:ext>
            </a:extLst>
          </p:cNvPr>
          <p:cNvSpPr>
            <a:spLocks noGrp="1"/>
          </p:cNvSpPr>
          <p:nvPr/>
        </p:nvSpPr>
        <p:spPr>
          <a:xfrm>
            <a:off x="4928711" y="3073051"/>
            <a:ext cx="42863" cy="42863"/>
          </a:xfrm>
          <a:prstGeom prst="ellipse">
            <a:avLst/>
          </a:prstGeom>
          <a:solidFill>
            <a:srgbClr val="FFFFFF"/>
          </a:solidFill>
          <a:ln w="10001">
            <a:solidFill>
              <a:srgbClr val="D9863D"/>
            </a:solidFill>
            <a:prstDash val="solid"/>
          </a:ln>
        </p:spPr>
      </p:sp>
      <p:sp>
        <p:nvSpPr>
          <p:cNvPr id="269" name="FIG2_MICRO_FUSION__PRIOR__NODE_2">
            <a:extLst>
              <a:ext uri="{FF2B5EF4-FFF2-40B4-BE49-F238E27FC236}">
                <a16:creationId xmlns:a16="http://schemas.microsoft.com/office/drawing/2014/main" id="{2D9F2EF0-DBFA-42AC-867E-B11AB9986889}"/>
              </a:ext>
            </a:extLst>
          </p:cNvPr>
          <p:cNvSpPr>
            <a:spLocks noGrp="1"/>
          </p:cNvSpPr>
          <p:nvPr/>
        </p:nvSpPr>
        <p:spPr>
          <a:xfrm>
            <a:off x="4992148" y="2930557"/>
            <a:ext cx="42863" cy="42863"/>
          </a:xfrm>
          <a:prstGeom prst="ellipse">
            <a:avLst/>
          </a:prstGeom>
          <a:solidFill>
            <a:srgbClr val="FFFFFF"/>
          </a:solidFill>
          <a:ln w="10001">
            <a:solidFill>
              <a:srgbClr val="D9863D"/>
            </a:solidFill>
            <a:prstDash val="solid"/>
          </a:ln>
        </p:spPr>
      </p:sp>
      <p:sp>
        <p:nvSpPr>
          <p:cNvPr id="270" name="FIG2_MICRO_FUSION__PRIOR__NODE_3">
            <a:extLst>
              <a:ext uri="{FF2B5EF4-FFF2-40B4-BE49-F238E27FC236}">
                <a16:creationId xmlns:a16="http://schemas.microsoft.com/office/drawing/2014/main" id="{2C71B508-D01A-4583-B8A4-BDF206646B80}"/>
              </a:ext>
            </a:extLst>
          </p:cNvPr>
          <p:cNvSpPr>
            <a:spLocks noGrp="1"/>
          </p:cNvSpPr>
          <p:nvPr/>
        </p:nvSpPr>
        <p:spPr>
          <a:xfrm>
            <a:off x="5080254" y="2959894"/>
            <a:ext cx="42863" cy="42863"/>
          </a:xfrm>
          <a:prstGeom prst="ellipse">
            <a:avLst/>
          </a:prstGeom>
          <a:solidFill>
            <a:srgbClr val="FFFFFF"/>
          </a:solidFill>
          <a:ln w="10001">
            <a:solidFill>
              <a:srgbClr val="D9863D"/>
            </a:solidFill>
            <a:prstDash val="solid"/>
          </a:ln>
        </p:spPr>
      </p:sp>
      <p:sp>
        <p:nvSpPr>
          <p:cNvPr id="271" name="FIG2_MICRO_FUSION__PRIOR__NODE_4">
            <a:extLst>
              <a:ext uri="{FF2B5EF4-FFF2-40B4-BE49-F238E27FC236}">
                <a16:creationId xmlns:a16="http://schemas.microsoft.com/office/drawing/2014/main" id="{0C28AA42-584E-41A4-94A8-E3DFBCD35674}"/>
              </a:ext>
            </a:extLst>
          </p:cNvPr>
          <p:cNvSpPr>
            <a:spLocks noGrp="1"/>
          </p:cNvSpPr>
          <p:nvPr/>
        </p:nvSpPr>
        <p:spPr>
          <a:xfrm>
            <a:off x="5182457" y="3064669"/>
            <a:ext cx="42863" cy="42863"/>
          </a:xfrm>
          <a:prstGeom prst="ellipse">
            <a:avLst/>
          </a:prstGeom>
          <a:solidFill>
            <a:srgbClr val="FFFFFF"/>
          </a:solidFill>
          <a:ln w="10001">
            <a:solidFill>
              <a:srgbClr val="D9863D"/>
            </a:solidFill>
            <a:prstDash val="solid"/>
          </a:ln>
        </p:spPr>
      </p:sp>
      <p:sp>
        <p:nvSpPr>
          <p:cNvPr id="272" name="FIG2_MICRO_FUSION__PRIOR__NODE_5">
            <a:extLst>
              <a:ext uri="{FF2B5EF4-FFF2-40B4-BE49-F238E27FC236}">
                <a16:creationId xmlns:a16="http://schemas.microsoft.com/office/drawing/2014/main" id="{63A36A5C-599D-415A-AF83-5F240740F7F7}"/>
              </a:ext>
            </a:extLst>
          </p:cNvPr>
          <p:cNvSpPr>
            <a:spLocks noGrp="1"/>
          </p:cNvSpPr>
          <p:nvPr/>
        </p:nvSpPr>
        <p:spPr>
          <a:xfrm>
            <a:off x="5115496" y="3198781"/>
            <a:ext cx="42863" cy="42863"/>
          </a:xfrm>
          <a:prstGeom prst="ellipse">
            <a:avLst/>
          </a:prstGeom>
          <a:solidFill>
            <a:srgbClr val="FFFFFF"/>
          </a:solidFill>
          <a:ln w="10001">
            <a:solidFill>
              <a:srgbClr val="D9863D"/>
            </a:solidFill>
            <a:prstDash val="solid"/>
          </a:ln>
        </p:spPr>
      </p:sp>
      <p:sp>
        <p:nvSpPr>
          <p:cNvPr id="273" name="FIG2_MICRO_FUSION__PRIOR__NODE_6">
            <a:extLst>
              <a:ext uri="{FF2B5EF4-FFF2-40B4-BE49-F238E27FC236}">
                <a16:creationId xmlns:a16="http://schemas.microsoft.com/office/drawing/2014/main" id="{67CA828E-3DF2-4D55-82E1-7B22D047B724}"/>
              </a:ext>
            </a:extLst>
          </p:cNvPr>
          <p:cNvSpPr>
            <a:spLocks noGrp="1"/>
          </p:cNvSpPr>
          <p:nvPr/>
        </p:nvSpPr>
        <p:spPr>
          <a:xfrm>
            <a:off x="5009769" y="3156871"/>
            <a:ext cx="42863" cy="42863"/>
          </a:xfrm>
          <a:prstGeom prst="ellipse">
            <a:avLst/>
          </a:prstGeom>
          <a:solidFill>
            <a:srgbClr val="FFFFFF"/>
          </a:solidFill>
          <a:ln w="10001">
            <a:solidFill>
              <a:srgbClr val="D9863D"/>
            </a:solidFill>
            <a:prstDash val="solid"/>
          </a:ln>
        </p:spPr>
      </p:sp>
      <p:cxnSp>
        <p:nvCxnSpPr>
          <p:cNvPr id="690" name="FIG2_MICRO_STREAM__A1"/>
          <p:cNvCxnSpPr>
            <a:stCxn id="179" idx="3"/>
            <a:endCxn id="189" idx="1"/>
          </p:cNvCxnSpPr>
          <p:nvPr/>
        </p:nvCxnSpPr>
        <p:spPr>
          <a:xfrm flipV="1">
            <a:off x="2514600" y="3086100"/>
            <a:ext cx="142875" cy="4763"/>
          </a:xfrm>
          <a:prstGeom prst="straightConnector1">
            <a:avLst/>
          </a:prstGeom>
          <a:ln w="15240">
            <a:solidFill>
              <a:srgbClr val="D9863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91" name="FIG2_MICRO_STREAM__A2"/>
          <p:cNvCxnSpPr>
            <a:stCxn id="189" idx="3"/>
            <a:endCxn id="199" idx="1"/>
          </p:cNvCxnSpPr>
          <p:nvPr/>
        </p:nvCxnSpPr>
        <p:spPr>
          <a:xfrm flipV="1">
            <a:off x="3038475" y="3081338"/>
            <a:ext cx="171450" cy="4763"/>
          </a:xfrm>
          <a:prstGeom prst="straightConnector1">
            <a:avLst/>
          </a:prstGeom>
          <a:ln w="15240">
            <a:solidFill>
              <a:srgbClr val="D9863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92" name="FIG2_MICRO_STREAM__A3"/>
          <p:cNvCxnSpPr>
            <a:stCxn id="199" idx="3"/>
            <a:endCxn id="218" idx="1"/>
          </p:cNvCxnSpPr>
          <p:nvPr/>
        </p:nvCxnSpPr>
        <p:spPr>
          <a:xfrm>
            <a:off x="3676650" y="3081338"/>
            <a:ext cx="180975" cy="0"/>
          </a:xfrm>
          <a:prstGeom prst="straightConnector1">
            <a:avLst/>
          </a:prstGeom>
          <a:ln w="15240">
            <a:solidFill>
              <a:srgbClr val="D9863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93" name="FIG2_MICRO_FUSION__SEMANTIC"/>
          <p:cNvCxnSpPr>
            <a:stCxn id="240" idx="3"/>
            <a:endCxn id="259" idx="2"/>
          </p:cNvCxnSpPr>
          <p:nvPr/>
        </p:nvCxnSpPr>
        <p:spPr>
          <a:xfrm>
            <a:off x="4476750" y="3076575"/>
            <a:ext cx="76200" cy="0"/>
          </a:xfrm>
          <a:prstGeom prst="straightConnector1">
            <a:avLst/>
          </a:prstGeom>
          <a:ln w="15716">
            <a:solidFill>
              <a:srgbClr val="D9863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94" name="FIG2_MICRO_FUSION__OUTPUT"/>
          <p:cNvCxnSpPr>
            <a:stCxn id="259" idx="6"/>
            <a:endCxn id="260" idx="1"/>
          </p:cNvCxnSpPr>
          <p:nvPr/>
        </p:nvCxnSpPr>
        <p:spPr>
          <a:xfrm>
            <a:off x="4819650" y="3076575"/>
            <a:ext cx="95250" cy="9525"/>
          </a:xfrm>
          <a:prstGeom prst="straightConnector1">
            <a:avLst/>
          </a:prstGeom>
          <a:ln w="15716">
            <a:solidFill>
              <a:srgbClr val="D9863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79" name="FIG2_MICRO_FUSION__W_SEMANTIC">
            <a:extLst>
              <a:ext uri="{FF2B5EF4-FFF2-40B4-BE49-F238E27FC236}">
                <a16:creationId xmlns:a16="http://schemas.microsoft.com/office/drawing/2014/main" id="{4E8A8C2F-A167-440E-8DBE-234BA072677A}"/>
              </a:ext>
            </a:extLst>
          </p:cNvPr>
          <p:cNvSpPr>
            <a:spLocks noGrp="1"/>
          </p:cNvSpPr>
          <p:nvPr/>
        </p:nvSpPr>
        <p:spPr>
          <a:xfrm>
            <a:off x="4371975" y="2762250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288" tIns="4763" rIns="14288" bIns="4763" anchor="ctr">
            <a:noAutofit/>
          </a:bodyPr>
          <a:lstStyle/>
          <a:p>
            <a:pPr algn="ctr">
              <a:defRPr sz="1020" b="0" i="0">
                <a:solidFill>
                  <a:srgbClr val="D986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0" b="0" i="0">
                <a:solidFill>
                  <a:srgbClr val="D9863D"/>
                </a:solidFill>
                <a:latin typeface="Times New Roman"/>
                <a:ea typeface="Times New Roman"/>
                <a:cs typeface="Times New Roman"/>
              </a:rPr>
              <a:t>0.3</a:t>
            </a:r>
          </a:p>
        </p:txBody>
      </p:sp>
      <p:sp>
        <p:nvSpPr>
          <p:cNvPr id="280" name="FIG2_MICRO_FUSION__PRIOR_LABEL">
            <a:extLst>
              <a:ext uri="{FF2B5EF4-FFF2-40B4-BE49-F238E27FC236}">
                <a16:creationId xmlns:a16="http://schemas.microsoft.com/office/drawing/2014/main" id="{17A6EE11-F801-4F06-9C82-A6D94F5A98FE}"/>
              </a:ext>
            </a:extLst>
          </p:cNvPr>
          <p:cNvSpPr>
            <a:spLocks noGrp="1"/>
          </p:cNvSpPr>
          <p:nvPr/>
        </p:nvSpPr>
        <p:spPr>
          <a:xfrm>
            <a:off x="4710545" y="3314700"/>
            <a:ext cx="590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288" tIns="4763" rIns="14288" bIns="4763" anchor="ctr">
            <a:noAutofit/>
          </a:bodyPr>
          <a:lstStyle/>
          <a:p>
            <a:pPr algn="ctr">
              <a:def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Micro</a:t>
            </a:r>
          </a:p>
          <a:p>
            <a:pPr algn="ctr">
              <a:def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Prior</a:t>
            </a:r>
          </a:p>
        </p:txBody>
      </p:sp>
      <p:sp>
        <p:nvSpPr>
          <p:cNvPr id="281" name="FIG2_SHARED_DISTANCE__JUNCTION">
            <a:extLst>
              <a:ext uri="{FF2B5EF4-FFF2-40B4-BE49-F238E27FC236}">
                <a16:creationId xmlns:a16="http://schemas.microsoft.com/office/drawing/2014/main" id="{68BC08CC-5951-4858-9A87-3BA76B16CD26}"/>
              </a:ext>
            </a:extLst>
          </p:cNvPr>
          <p:cNvSpPr>
            <a:spLocks noGrp="1"/>
          </p:cNvSpPr>
          <p:nvPr/>
        </p:nvSpPr>
        <p:spPr>
          <a:xfrm>
            <a:off x="4391025" y="2286000"/>
            <a:ext cx="76200" cy="76200"/>
          </a:xfrm>
          <a:prstGeom prst="ellipse">
            <a:avLst/>
          </a:prstGeom>
          <a:solidFill>
            <a:srgbClr val="66879A"/>
          </a:solidFill>
          <a:ln w="0">
            <a:noFill/>
            <a:prstDash val="solid"/>
          </a:ln>
        </p:spPr>
      </p:sp>
      <p:cxnSp>
        <p:nvCxnSpPr>
          <p:cNvPr id="698" name="FIG2_SHARED_DISTANCE__BACKBONE"/>
          <p:cNvCxnSpPr>
            <a:stCxn id="50" idx="3"/>
            <a:endCxn id="281" idx="2"/>
          </p:cNvCxnSpPr>
          <p:nvPr/>
        </p:nvCxnSpPr>
        <p:spPr>
          <a:xfrm>
            <a:off x="1828800" y="2214563"/>
            <a:ext cx="2562225" cy="109538"/>
          </a:xfrm>
          <a:prstGeom prst="straightConnector1">
            <a:avLst/>
          </a:prstGeom>
          <a:ln w="12859">
            <a:solidFill>
              <a:srgbClr val="66879A"/>
            </a:solidFill>
            <a:prstDash val="solid"/>
            <a:headEnd type="none" w="med" len="med"/>
            <a:tailEnd type="none" w="sm" len="sm"/>
          </a:ln>
        </p:spPr>
      </p:cxnSp>
      <p:cxnSp>
        <p:nvCxnSpPr>
          <p:cNvPr id="699" name="FIG2_SHARED_DISTANCE__TO_MACRO"/>
          <p:cNvCxnSpPr>
            <a:stCxn id="281" idx="0"/>
            <a:endCxn id="156" idx="4"/>
          </p:cNvCxnSpPr>
          <p:nvPr/>
        </p:nvCxnSpPr>
        <p:spPr>
          <a:xfrm flipV="1">
            <a:off x="4429125" y="1362075"/>
            <a:ext cx="257175" cy="923925"/>
          </a:xfrm>
          <a:prstGeom prst="bentConnector4">
            <a:avLst>
              <a:gd name="adj1" fmla="val 0"/>
              <a:gd name="adj2" fmla="val 50000"/>
            </a:avLst>
          </a:prstGeom>
          <a:ln w="12383">
            <a:solidFill>
              <a:srgbClr val="66879A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700" name="FIG2_SHARED_DISTANCE__TO_MICRO"/>
          <p:cNvCxnSpPr>
            <a:stCxn id="281" idx="4"/>
            <a:endCxn id="259" idx="0"/>
          </p:cNvCxnSpPr>
          <p:nvPr/>
        </p:nvCxnSpPr>
        <p:spPr>
          <a:xfrm>
            <a:off x="4429125" y="2362200"/>
            <a:ext cx="257175" cy="581025"/>
          </a:xfrm>
          <a:prstGeom prst="bentConnector4">
            <a:avLst>
              <a:gd name="adj1" fmla="val 0"/>
              <a:gd name="adj2" fmla="val 50000"/>
            </a:avLst>
          </a:prstGeom>
          <a:ln w="12383">
            <a:solidFill>
              <a:srgbClr val="66879A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85" name="FIG2_SHARED_DISTANCE__W_MACRO">
            <a:extLst>
              <a:ext uri="{FF2B5EF4-FFF2-40B4-BE49-F238E27FC236}">
                <a16:creationId xmlns:a16="http://schemas.microsoft.com/office/drawing/2014/main" id="{D0BC47FC-85C3-4856-B8B7-F4344A1801B4}"/>
              </a:ext>
            </a:extLst>
          </p:cNvPr>
          <p:cNvSpPr>
            <a:spLocks noGrp="1"/>
          </p:cNvSpPr>
          <p:nvPr/>
        </p:nvSpPr>
        <p:spPr>
          <a:xfrm>
            <a:off x="4343400" y="1866900"/>
            <a:ext cx="23812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288" tIns="4763" rIns="14288" bIns="4763" anchor="ctr">
            <a:noAutofit/>
          </a:bodyPr>
          <a:lstStyle/>
          <a:p>
            <a:pPr algn="ctr">
              <a:defRPr sz="1020" b="0" i="0">
                <a:solidFill>
                  <a:srgbClr val="66879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0" b="0" i="0">
                <a:solidFill>
                  <a:srgbClr val="66879A"/>
                </a:solidFill>
                <a:latin typeface="Times New Roman"/>
                <a:ea typeface="Times New Roman"/>
                <a:cs typeface="Times New Roman"/>
              </a:rPr>
              <a:t>0.3</a:t>
            </a:r>
          </a:p>
        </p:txBody>
      </p:sp>
      <p:sp>
        <p:nvSpPr>
          <p:cNvPr id="286" name="FIG2_SHARED_DISTANCE__W_MICRO">
            <a:extLst>
              <a:ext uri="{FF2B5EF4-FFF2-40B4-BE49-F238E27FC236}">
                <a16:creationId xmlns:a16="http://schemas.microsoft.com/office/drawing/2014/main" id="{B685D89F-0B73-45A8-8012-4545F0C304DB}"/>
              </a:ext>
            </a:extLst>
          </p:cNvPr>
          <p:cNvSpPr>
            <a:spLocks noGrp="1"/>
          </p:cNvSpPr>
          <p:nvPr/>
        </p:nvSpPr>
        <p:spPr>
          <a:xfrm>
            <a:off x="4295775" y="2524125"/>
            <a:ext cx="23812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288" tIns="4763" rIns="14288" bIns="4763" anchor="ctr">
            <a:noAutofit/>
          </a:bodyPr>
          <a:lstStyle/>
          <a:p>
            <a:pPr algn="ctr">
              <a:defRPr sz="1020" b="0" i="0">
                <a:solidFill>
                  <a:srgbClr val="66879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0" b="0" i="0">
                <a:solidFill>
                  <a:srgbClr val="66879A"/>
                </a:solidFill>
                <a:latin typeface="Times New Roman"/>
                <a:ea typeface="Times New Roman"/>
                <a:cs typeface="Times New Roman"/>
              </a:rPr>
              <a:t>0.7</a:t>
            </a:r>
          </a:p>
        </p:txBody>
      </p:sp>
      <p:sp>
        <p:nvSpPr>
          <p:cNvPr id="287" name="FIG2_ADAPTIVE_PRIOR">
            <a:extLst>
              <a:ext uri="{FF2B5EF4-FFF2-40B4-BE49-F238E27FC236}">
                <a16:creationId xmlns:a16="http://schemas.microsoft.com/office/drawing/2014/main" id="{FF521378-BB15-4F4F-80B0-5EADB3C7A151}"/>
              </a:ext>
            </a:extLst>
          </p:cNvPr>
          <p:cNvSpPr>
            <a:spLocks noGrp="1"/>
          </p:cNvSpPr>
          <p:nvPr/>
        </p:nvSpPr>
        <p:spPr>
          <a:xfrm>
            <a:off x="5219700" y="2095500"/>
            <a:ext cx="457200" cy="4953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288" name="FIG2_ADAPTIVE_PRIOR__EDGE_1">
            <a:extLst>
              <a:ext uri="{FF2B5EF4-FFF2-40B4-BE49-F238E27FC236}">
                <a16:creationId xmlns:a16="http://schemas.microsoft.com/office/drawing/2014/main" id="{6D557F2D-11B4-4CA2-9B11-0F84B35BA8C0}"/>
              </a:ext>
            </a:extLst>
          </p:cNvPr>
          <p:cNvSpPr>
            <a:spLocks noGrp="1"/>
          </p:cNvSpPr>
          <p:nvPr/>
        </p:nvSpPr>
        <p:spPr>
          <a:xfrm flipV="1">
            <a:off x="5265420" y="1685890"/>
            <a:ext cx="82296" cy="168402"/>
          </a:xfrm>
          <a:prstGeom prst="line">
            <a:avLst/>
          </a:prstGeom>
          <a:noFill/>
          <a:ln w="10954">
            <a:solidFill>
              <a:srgbClr val="66879A"/>
            </a:solidFill>
            <a:prstDash val="solid"/>
          </a:ln>
        </p:spPr>
      </p:sp>
      <p:sp>
        <p:nvSpPr>
          <p:cNvPr id="289" name="FIG2_ADAPTIVE_PRIOR__EDGE_2">
            <a:extLst>
              <a:ext uri="{FF2B5EF4-FFF2-40B4-BE49-F238E27FC236}">
                <a16:creationId xmlns:a16="http://schemas.microsoft.com/office/drawing/2014/main" id="{6ACB9F05-5601-4337-B214-F2CA6701FEAC}"/>
              </a:ext>
            </a:extLst>
          </p:cNvPr>
          <p:cNvSpPr>
            <a:spLocks noGrp="1"/>
          </p:cNvSpPr>
          <p:nvPr/>
        </p:nvSpPr>
        <p:spPr>
          <a:xfrm>
            <a:off x="5265420" y="1854292"/>
            <a:ext cx="105156" cy="99060"/>
          </a:xfrm>
          <a:prstGeom prst="line">
            <a:avLst/>
          </a:prstGeom>
          <a:noFill/>
          <a:ln w="10954">
            <a:solidFill>
              <a:srgbClr val="66879A"/>
            </a:solidFill>
            <a:prstDash val="solid"/>
          </a:ln>
        </p:spPr>
      </p:sp>
      <p:sp>
        <p:nvSpPr>
          <p:cNvPr id="290" name="FIG2_ADAPTIVE_PRIOR__EDGE_3">
            <a:extLst>
              <a:ext uri="{FF2B5EF4-FFF2-40B4-BE49-F238E27FC236}">
                <a16:creationId xmlns:a16="http://schemas.microsoft.com/office/drawing/2014/main" id="{DD951566-6333-4C40-A10E-412B1CFF3C66}"/>
              </a:ext>
            </a:extLst>
          </p:cNvPr>
          <p:cNvSpPr>
            <a:spLocks noGrp="1"/>
          </p:cNvSpPr>
          <p:nvPr/>
        </p:nvSpPr>
        <p:spPr>
          <a:xfrm>
            <a:off x="5347716" y="1685890"/>
            <a:ext cx="114300" cy="34671"/>
          </a:xfrm>
          <a:prstGeom prst="line">
            <a:avLst/>
          </a:prstGeom>
          <a:noFill/>
          <a:ln w="10954">
            <a:solidFill>
              <a:srgbClr val="66879A"/>
            </a:solidFill>
            <a:prstDash val="solid"/>
          </a:ln>
        </p:spPr>
      </p:sp>
      <p:sp>
        <p:nvSpPr>
          <p:cNvPr id="291" name="FIG2_ADAPTIVE_PRIOR__EDGE_4">
            <a:extLst>
              <a:ext uri="{FF2B5EF4-FFF2-40B4-BE49-F238E27FC236}">
                <a16:creationId xmlns:a16="http://schemas.microsoft.com/office/drawing/2014/main" id="{672F396C-FD93-4AC5-B1DD-30DA28DB4DA5}"/>
              </a:ext>
            </a:extLst>
          </p:cNvPr>
          <p:cNvSpPr>
            <a:spLocks noGrp="1"/>
          </p:cNvSpPr>
          <p:nvPr/>
        </p:nvSpPr>
        <p:spPr>
          <a:xfrm>
            <a:off x="5347716" y="1685890"/>
            <a:ext cx="22860" cy="267462"/>
          </a:xfrm>
          <a:prstGeom prst="line">
            <a:avLst/>
          </a:prstGeom>
          <a:noFill/>
          <a:ln w="10954">
            <a:solidFill>
              <a:srgbClr val="66879A"/>
            </a:solidFill>
            <a:prstDash val="solid"/>
          </a:ln>
        </p:spPr>
      </p:sp>
      <p:sp>
        <p:nvSpPr>
          <p:cNvPr id="292" name="FIG2_ADAPTIVE_PRIOR__EDGE_5">
            <a:extLst>
              <a:ext uri="{FF2B5EF4-FFF2-40B4-BE49-F238E27FC236}">
                <a16:creationId xmlns:a16="http://schemas.microsoft.com/office/drawing/2014/main" id="{DFA38CFE-4185-4F8A-AF51-83299254D38A}"/>
              </a:ext>
            </a:extLst>
          </p:cNvPr>
          <p:cNvSpPr>
            <a:spLocks noGrp="1"/>
          </p:cNvSpPr>
          <p:nvPr/>
        </p:nvSpPr>
        <p:spPr>
          <a:xfrm flipH="1">
            <a:off x="5370576" y="1720561"/>
            <a:ext cx="91440" cy="232791"/>
          </a:xfrm>
          <a:prstGeom prst="line">
            <a:avLst/>
          </a:prstGeom>
          <a:noFill/>
          <a:ln w="10954">
            <a:solidFill>
              <a:srgbClr val="66879A"/>
            </a:solidFill>
            <a:prstDash val="solid"/>
          </a:ln>
        </p:spPr>
      </p:sp>
      <p:sp>
        <p:nvSpPr>
          <p:cNvPr id="293" name="FIG2_ADAPTIVE_PRIOR__EDGE_6">
            <a:extLst>
              <a:ext uri="{FF2B5EF4-FFF2-40B4-BE49-F238E27FC236}">
                <a16:creationId xmlns:a16="http://schemas.microsoft.com/office/drawing/2014/main" id="{B35BDEF3-61DE-46C7-BA74-B34CCEF7B221}"/>
              </a:ext>
            </a:extLst>
          </p:cNvPr>
          <p:cNvSpPr>
            <a:spLocks noGrp="1"/>
          </p:cNvSpPr>
          <p:nvPr/>
        </p:nvSpPr>
        <p:spPr>
          <a:xfrm flipH="1">
            <a:off x="5507736" y="1844386"/>
            <a:ext cx="86868" cy="158496"/>
          </a:xfrm>
          <a:prstGeom prst="line">
            <a:avLst/>
          </a:prstGeom>
          <a:noFill/>
          <a:ln w="10954">
            <a:solidFill>
              <a:srgbClr val="66879A"/>
            </a:solidFill>
            <a:prstDash val="solid"/>
          </a:ln>
        </p:spPr>
      </p:sp>
      <p:sp>
        <p:nvSpPr>
          <p:cNvPr id="294" name="FIG2_ADAPTIVE_PRIOR__EDGE_7">
            <a:extLst>
              <a:ext uri="{FF2B5EF4-FFF2-40B4-BE49-F238E27FC236}">
                <a16:creationId xmlns:a16="http://schemas.microsoft.com/office/drawing/2014/main" id="{D51AAD4A-7D26-43F9-B286-1E64A8147A64}"/>
              </a:ext>
            </a:extLst>
          </p:cNvPr>
          <p:cNvSpPr>
            <a:spLocks noGrp="1"/>
          </p:cNvSpPr>
          <p:nvPr/>
        </p:nvSpPr>
        <p:spPr>
          <a:xfrm flipH="1" flipV="1">
            <a:off x="5370576" y="1953352"/>
            <a:ext cx="137160" cy="49530"/>
          </a:xfrm>
          <a:prstGeom prst="line">
            <a:avLst/>
          </a:prstGeom>
          <a:noFill/>
          <a:ln w="10954">
            <a:solidFill>
              <a:srgbClr val="66879A"/>
            </a:solidFill>
            <a:prstDash val="solid"/>
          </a:ln>
        </p:spPr>
      </p:sp>
      <p:sp>
        <p:nvSpPr>
          <p:cNvPr id="295" name="FIG2_ADAPTIVE_PRIOR__NODE_1">
            <a:extLst>
              <a:ext uri="{FF2B5EF4-FFF2-40B4-BE49-F238E27FC236}">
                <a16:creationId xmlns:a16="http://schemas.microsoft.com/office/drawing/2014/main" id="{7C4FF7B9-F664-491D-A8A2-95676AD270FA}"/>
              </a:ext>
            </a:extLst>
          </p:cNvPr>
          <p:cNvSpPr>
            <a:spLocks noGrp="1"/>
          </p:cNvSpPr>
          <p:nvPr/>
        </p:nvSpPr>
        <p:spPr>
          <a:xfrm>
            <a:off x="5240655" y="2328291"/>
            <a:ext cx="49530" cy="49530"/>
          </a:xfrm>
          <a:prstGeom prst="ellipse">
            <a:avLst/>
          </a:prstGeom>
          <a:solidFill>
            <a:srgbClr val="FFFFFF"/>
          </a:solidFill>
          <a:ln w="10001">
            <a:solidFill>
              <a:srgbClr val="66879A"/>
            </a:solidFill>
            <a:prstDash val="solid"/>
          </a:ln>
        </p:spPr>
      </p:sp>
      <p:sp>
        <p:nvSpPr>
          <p:cNvPr id="296" name="FIG2_ADAPTIVE_PRIOR__NODE_2">
            <a:extLst>
              <a:ext uri="{FF2B5EF4-FFF2-40B4-BE49-F238E27FC236}">
                <a16:creationId xmlns:a16="http://schemas.microsoft.com/office/drawing/2014/main" id="{BFEF15E1-83CE-44C4-BDF2-E46655A1A9B4}"/>
              </a:ext>
            </a:extLst>
          </p:cNvPr>
          <p:cNvSpPr>
            <a:spLocks noGrp="1"/>
          </p:cNvSpPr>
          <p:nvPr/>
        </p:nvSpPr>
        <p:spPr>
          <a:xfrm>
            <a:off x="5322951" y="1661125"/>
            <a:ext cx="49530" cy="49530"/>
          </a:xfrm>
          <a:prstGeom prst="ellipse">
            <a:avLst/>
          </a:prstGeom>
          <a:solidFill>
            <a:srgbClr val="FFFFFF"/>
          </a:solidFill>
          <a:ln w="10001">
            <a:solidFill>
              <a:srgbClr val="66879A"/>
            </a:solidFill>
            <a:prstDash val="solid"/>
          </a:ln>
        </p:spPr>
      </p:sp>
      <p:sp>
        <p:nvSpPr>
          <p:cNvPr id="297" name="FIG2_ADAPTIVE_PRIOR__NODE_3">
            <a:extLst>
              <a:ext uri="{FF2B5EF4-FFF2-40B4-BE49-F238E27FC236}">
                <a16:creationId xmlns:a16="http://schemas.microsoft.com/office/drawing/2014/main" id="{5DA88E85-2F28-4EB8-80BF-A801B4B4FE95}"/>
              </a:ext>
            </a:extLst>
          </p:cNvPr>
          <p:cNvSpPr>
            <a:spLocks noGrp="1"/>
          </p:cNvSpPr>
          <p:nvPr/>
        </p:nvSpPr>
        <p:spPr>
          <a:xfrm>
            <a:off x="5437251" y="1695796"/>
            <a:ext cx="49530" cy="49530"/>
          </a:xfrm>
          <a:prstGeom prst="ellipse">
            <a:avLst/>
          </a:prstGeom>
          <a:solidFill>
            <a:srgbClr val="FFFFFF"/>
          </a:solidFill>
          <a:ln w="10001">
            <a:solidFill>
              <a:srgbClr val="66879A"/>
            </a:solidFill>
            <a:prstDash val="solid"/>
          </a:ln>
        </p:spPr>
      </p:sp>
      <p:sp>
        <p:nvSpPr>
          <p:cNvPr id="298" name="FIG2_ADAPTIVE_PRIOR__NODE_4">
            <a:extLst>
              <a:ext uri="{FF2B5EF4-FFF2-40B4-BE49-F238E27FC236}">
                <a16:creationId xmlns:a16="http://schemas.microsoft.com/office/drawing/2014/main" id="{7DC436A8-6A8E-47BA-A212-8242284D2B37}"/>
              </a:ext>
            </a:extLst>
          </p:cNvPr>
          <p:cNvSpPr>
            <a:spLocks noGrp="1"/>
          </p:cNvSpPr>
          <p:nvPr/>
        </p:nvSpPr>
        <p:spPr>
          <a:xfrm>
            <a:off x="5569839" y="1819621"/>
            <a:ext cx="49530" cy="49530"/>
          </a:xfrm>
          <a:prstGeom prst="ellipse">
            <a:avLst/>
          </a:prstGeom>
          <a:solidFill>
            <a:srgbClr val="FFFFFF"/>
          </a:solidFill>
          <a:ln w="10001">
            <a:solidFill>
              <a:srgbClr val="66879A"/>
            </a:solidFill>
            <a:prstDash val="solid"/>
          </a:ln>
        </p:spPr>
      </p:sp>
      <p:sp>
        <p:nvSpPr>
          <p:cNvPr id="299" name="FIG2_ADAPTIVE_PRIOR__NODE_5">
            <a:extLst>
              <a:ext uri="{FF2B5EF4-FFF2-40B4-BE49-F238E27FC236}">
                <a16:creationId xmlns:a16="http://schemas.microsoft.com/office/drawing/2014/main" id="{26026B88-8D0B-4AD6-86B9-AD9D51159F5C}"/>
              </a:ext>
            </a:extLst>
          </p:cNvPr>
          <p:cNvSpPr>
            <a:spLocks noGrp="1"/>
          </p:cNvSpPr>
          <p:nvPr/>
        </p:nvSpPr>
        <p:spPr>
          <a:xfrm>
            <a:off x="5482971" y="1978117"/>
            <a:ext cx="49530" cy="49530"/>
          </a:xfrm>
          <a:prstGeom prst="ellipse">
            <a:avLst/>
          </a:prstGeom>
          <a:solidFill>
            <a:srgbClr val="FFFFFF"/>
          </a:solidFill>
          <a:ln w="10001">
            <a:solidFill>
              <a:srgbClr val="66879A"/>
            </a:solidFill>
            <a:prstDash val="solid"/>
          </a:ln>
        </p:spPr>
      </p:sp>
      <p:sp>
        <p:nvSpPr>
          <p:cNvPr id="300" name="FIG2_ADAPTIVE_PRIOR__NODE_6">
            <a:extLst>
              <a:ext uri="{FF2B5EF4-FFF2-40B4-BE49-F238E27FC236}">
                <a16:creationId xmlns:a16="http://schemas.microsoft.com/office/drawing/2014/main" id="{DC91A9B8-7F54-441A-B82F-3B8AB85D2787}"/>
              </a:ext>
            </a:extLst>
          </p:cNvPr>
          <p:cNvSpPr>
            <a:spLocks noGrp="1"/>
          </p:cNvSpPr>
          <p:nvPr/>
        </p:nvSpPr>
        <p:spPr>
          <a:xfrm>
            <a:off x="5345811" y="1928587"/>
            <a:ext cx="49530" cy="49530"/>
          </a:xfrm>
          <a:prstGeom prst="ellipse">
            <a:avLst/>
          </a:prstGeom>
          <a:solidFill>
            <a:srgbClr val="FFFFFF"/>
          </a:solidFill>
          <a:ln w="10001">
            <a:solidFill>
              <a:srgbClr val="66879A"/>
            </a:solidFill>
            <a:prstDash val="solid"/>
          </a:ln>
        </p:spPr>
      </p:sp>
      <p:cxnSp>
        <p:nvCxnSpPr>
          <p:cNvPr id="717" name="FIG2_ADAPTIVE_PRIOR__FROM_MACRO"/>
          <p:cNvCxnSpPr>
            <a:cxnSpLocks/>
          </p:cNvCxnSpPr>
          <p:nvPr/>
        </p:nvCxnSpPr>
        <p:spPr>
          <a:xfrm rot="5400000">
            <a:off x="4531735" y="1766888"/>
            <a:ext cx="1104900" cy="47625"/>
          </a:xfrm>
          <a:prstGeom prst="curvedConnector3">
            <a:avLst>
              <a:gd name="adj1" fmla="val 50000"/>
            </a:avLst>
          </a:prstGeom>
          <a:ln w="14764">
            <a:solidFill>
              <a:srgbClr val="3E8F8A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718" name="FIG2_ADAPTIVE_PRIOR__FROM_MICRO"/>
          <p:cNvCxnSpPr>
            <a:cxnSpLocks/>
          </p:cNvCxnSpPr>
          <p:nvPr/>
        </p:nvCxnSpPr>
        <p:spPr>
          <a:xfrm rot="16200000" flipH="1">
            <a:off x="4685001" y="2690813"/>
            <a:ext cx="742950" cy="47625"/>
          </a:xfrm>
          <a:prstGeom prst="curvedConnector3">
            <a:avLst>
              <a:gd name="adj1" fmla="val 50000"/>
            </a:avLst>
          </a:prstGeom>
          <a:ln w="14764">
            <a:solidFill>
              <a:srgbClr val="D9863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03" name="FIG2_ADAPTIVE_PRIOR__LABEL">
            <a:extLst>
              <a:ext uri="{FF2B5EF4-FFF2-40B4-BE49-F238E27FC236}">
                <a16:creationId xmlns:a16="http://schemas.microsoft.com/office/drawing/2014/main" id="{C1657C86-61CC-4A81-8D57-0ADEE23D167B}"/>
              </a:ext>
            </a:extLst>
          </p:cNvPr>
          <p:cNvSpPr>
            <a:spLocks noGrp="1"/>
          </p:cNvSpPr>
          <p:nvPr/>
        </p:nvSpPr>
        <p:spPr>
          <a:xfrm>
            <a:off x="5095875" y="2628900"/>
            <a:ext cx="647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288" tIns="4763" rIns="14288" bIns="4763" anchor="ctr">
            <a:normAutofit fontScale="94999"/>
          </a:bodyPr>
          <a:lstStyle/>
          <a:p>
            <a:pPr algn="ctr">
              <a:def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Prior</a:t>
            </a:r>
          </a:p>
        </p:txBody>
      </p:sp>
      <p:sp>
        <p:nvSpPr>
          <p:cNvPr id="304" name="FIG2_ADAPTIVE_EMBED">
            <a:extLst>
              <a:ext uri="{FF2B5EF4-FFF2-40B4-BE49-F238E27FC236}">
                <a16:creationId xmlns:a16="http://schemas.microsoft.com/office/drawing/2014/main" id="{F83C3E23-F583-4CA4-AB2A-6746E8CBCC5E}"/>
              </a:ext>
            </a:extLst>
          </p:cNvPr>
          <p:cNvSpPr>
            <a:spLocks noGrp="1"/>
          </p:cNvSpPr>
          <p:nvPr/>
        </p:nvSpPr>
        <p:spPr>
          <a:xfrm>
            <a:off x="5810250" y="1596736"/>
            <a:ext cx="342900" cy="4953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305" name="FIG2_ADAPTIVE_EMBED__G1_BAR_1">
            <a:extLst>
              <a:ext uri="{FF2B5EF4-FFF2-40B4-BE49-F238E27FC236}">
                <a16:creationId xmlns:a16="http://schemas.microsoft.com/office/drawing/2014/main" id="{A64F6B44-F38B-4A18-AE4B-33B3F258A88C}"/>
              </a:ext>
            </a:extLst>
          </p:cNvPr>
          <p:cNvSpPr>
            <a:spLocks noGrp="1"/>
          </p:cNvSpPr>
          <p:nvPr/>
        </p:nvSpPr>
        <p:spPr>
          <a:xfrm>
            <a:off x="5829300" y="1625311"/>
            <a:ext cx="57150" cy="438150"/>
          </a:xfrm>
          <a:prstGeom prst="roundRect">
            <a:avLst>
              <a:gd name="adj" fmla="val 33333"/>
            </a:avLst>
          </a:prstGeom>
          <a:solidFill>
            <a:srgbClr val="E6F3F1"/>
          </a:solidFill>
          <a:ln w="7144">
            <a:solidFill>
              <a:srgbClr val="3E8F8A"/>
            </a:solidFill>
            <a:prstDash val="solid"/>
          </a:ln>
        </p:spPr>
      </p:sp>
      <p:sp>
        <p:nvSpPr>
          <p:cNvPr id="306" name="FIG2_ADAPTIVE_EMBED__G1_STRIPE_1_1">
            <a:extLst>
              <a:ext uri="{FF2B5EF4-FFF2-40B4-BE49-F238E27FC236}">
                <a16:creationId xmlns:a16="http://schemas.microsoft.com/office/drawing/2014/main" id="{B8BF2AAA-2CBC-4EEE-B20F-FADD201E02EE}"/>
              </a:ext>
            </a:extLst>
          </p:cNvPr>
          <p:cNvSpPr>
            <a:spLocks noGrp="1"/>
          </p:cNvSpPr>
          <p:nvPr/>
        </p:nvSpPr>
        <p:spPr>
          <a:xfrm>
            <a:off x="5836920" y="1698336"/>
            <a:ext cx="41910" cy="953"/>
          </a:xfrm>
          <a:prstGeom prst="line">
            <a:avLst/>
          </a:prstGeom>
          <a:noFill/>
          <a:ln w="5239">
            <a:solidFill>
              <a:srgbClr val="3E8F8A"/>
            </a:solidFill>
            <a:prstDash val="solid"/>
          </a:ln>
        </p:spPr>
      </p:sp>
      <p:sp>
        <p:nvSpPr>
          <p:cNvPr id="307" name="FIG2_ADAPTIVE_EMBED__G1_STRIPE_1_2">
            <a:extLst>
              <a:ext uri="{FF2B5EF4-FFF2-40B4-BE49-F238E27FC236}">
                <a16:creationId xmlns:a16="http://schemas.microsoft.com/office/drawing/2014/main" id="{C1EE670C-5BC3-4AB4-B3ED-9D74A3D32EDF}"/>
              </a:ext>
            </a:extLst>
          </p:cNvPr>
          <p:cNvSpPr>
            <a:spLocks noGrp="1"/>
          </p:cNvSpPr>
          <p:nvPr/>
        </p:nvSpPr>
        <p:spPr>
          <a:xfrm>
            <a:off x="5836920" y="1771361"/>
            <a:ext cx="41910" cy="953"/>
          </a:xfrm>
          <a:prstGeom prst="line">
            <a:avLst/>
          </a:prstGeom>
          <a:noFill/>
          <a:ln w="5239">
            <a:solidFill>
              <a:srgbClr val="3E8F8A"/>
            </a:solidFill>
            <a:prstDash val="solid"/>
          </a:ln>
        </p:spPr>
      </p:sp>
      <p:sp>
        <p:nvSpPr>
          <p:cNvPr id="308" name="FIG2_ADAPTIVE_EMBED__G1_STRIPE_1_3">
            <a:extLst>
              <a:ext uri="{FF2B5EF4-FFF2-40B4-BE49-F238E27FC236}">
                <a16:creationId xmlns:a16="http://schemas.microsoft.com/office/drawing/2014/main" id="{4CF2FC58-AD57-4705-AAD2-12D45CD16DE8}"/>
              </a:ext>
            </a:extLst>
          </p:cNvPr>
          <p:cNvSpPr>
            <a:spLocks noGrp="1"/>
          </p:cNvSpPr>
          <p:nvPr/>
        </p:nvSpPr>
        <p:spPr>
          <a:xfrm>
            <a:off x="5836920" y="1844386"/>
            <a:ext cx="41910" cy="953"/>
          </a:xfrm>
          <a:prstGeom prst="line">
            <a:avLst/>
          </a:prstGeom>
          <a:noFill/>
          <a:ln w="5239">
            <a:solidFill>
              <a:srgbClr val="3E8F8A"/>
            </a:solidFill>
            <a:prstDash val="solid"/>
          </a:ln>
        </p:spPr>
      </p:sp>
      <p:sp>
        <p:nvSpPr>
          <p:cNvPr id="309" name="FIG2_ADAPTIVE_EMBED__G1_STRIPE_1_4">
            <a:extLst>
              <a:ext uri="{FF2B5EF4-FFF2-40B4-BE49-F238E27FC236}">
                <a16:creationId xmlns:a16="http://schemas.microsoft.com/office/drawing/2014/main" id="{A7E65CB5-5624-4B8A-A9C2-CDC77D4E7B82}"/>
              </a:ext>
            </a:extLst>
          </p:cNvPr>
          <p:cNvSpPr>
            <a:spLocks noGrp="1"/>
          </p:cNvSpPr>
          <p:nvPr/>
        </p:nvSpPr>
        <p:spPr>
          <a:xfrm>
            <a:off x="5836920" y="1917411"/>
            <a:ext cx="41910" cy="953"/>
          </a:xfrm>
          <a:prstGeom prst="line">
            <a:avLst/>
          </a:prstGeom>
          <a:noFill/>
          <a:ln w="5239">
            <a:solidFill>
              <a:srgbClr val="3E8F8A"/>
            </a:solidFill>
            <a:prstDash val="solid"/>
          </a:ln>
        </p:spPr>
      </p:sp>
      <p:sp>
        <p:nvSpPr>
          <p:cNvPr id="310" name="FIG2_ADAPTIVE_EMBED__G1_STRIPE_1_5">
            <a:extLst>
              <a:ext uri="{FF2B5EF4-FFF2-40B4-BE49-F238E27FC236}">
                <a16:creationId xmlns:a16="http://schemas.microsoft.com/office/drawing/2014/main" id="{56161194-DBD1-4D17-93C1-18927FE35EEA}"/>
              </a:ext>
            </a:extLst>
          </p:cNvPr>
          <p:cNvSpPr>
            <a:spLocks noGrp="1"/>
          </p:cNvSpPr>
          <p:nvPr/>
        </p:nvSpPr>
        <p:spPr>
          <a:xfrm>
            <a:off x="5836920" y="1990436"/>
            <a:ext cx="41910" cy="953"/>
          </a:xfrm>
          <a:prstGeom prst="line">
            <a:avLst/>
          </a:prstGeom>
          <a:noFill/>
          <a:ln w="5239">
            <a:solidFill>
              <a:srgbClr val="3E8F8A"/>
            </a:solidFill>
            <a:prstDash val="solid"/>
          </a:ln>
        </p:spPr>
      </p:sp>
      <p:sp>
        <p:nvSpPr>
          <p:cNvPr id="311" name="FIG2_ADAPTIVE_EMBED__G1_BAR_2">
            <a:extLst>
              <a:ext uri="{FF2B5EF4-FFF2-40B4-BE49-F238E27FC236}">
                <a16:creationId xmlns:a16="http://schemas.microsoft.com/office/drawing/2014/main" id="{2BDFC430-A6F8-45B3-98FF-3981A357AE9D}"/>
              </a:ext>
            </a:extLst>
          </p:cNvPr>
          <p:cNvSpPr>
            <a:spLocks noGrp="1"/>
          </p:cNvSpPr>
          <p:nvPr/>
        </p:nvSpPr>
        <p:spPr>
          <a:xfrm>
            <a:off x="5900738" y="1625311"/>
            <a:ext cx="57150" cy="438150"/>
          </a:xfrm>
          <a:prstGeom prst="roundRect">
            <a:avLst>
              <a:gd name="adj" fmla="val 33333"/>
            </a:avLst>
          </a:prstGeom>
          <a:solidFill>
            <a:srgbClr val="E6F3F1"/>
          </a:solidFill>
          <a:ln w="7144">
            <a:solidFill>
              <a:srgbClr val="3E8F8A"/>
            </a:solidFill>
            <a:prstDash val="solid"/>
          </a:ln>
        </p:spPr>
      </p:sp>
      <p:sp>
        <p:nvSpPr>
          <p:cNvPr id="312" name="FIG2_ADAPTIVE_EMBED__G1_STRIPE_2_1">
            <a:extLst>
              <a:ext uri="{FF2B5EF4-FFF2-40B4-BE49-F238E27FC236}">
                <a16:creationId xmlns:a16="http://schemas.microsoft.com/office/drawing/2014/main" id="{9ACC9B10-404D-48C6-BC68-3EA3A29379B3}"/>
              </a:ext>
            </a:extLst>
          </p:cNvPr>
          <p:cNvSpPr>
            <a:spLocks noGrp="1"/>
          </p:cNvSpPr>
          <p:nvPr/>
        </p:nvSpPr>
        <p:spPr>
          <a:xfrm>
            <a:off x="5908358" y="1698336"/>
            <a:ext cx="41910" cy="953"/>
          </a:xfrm>
          <a:prstGeom prst="line">
            <a:avLst/>
          </a:prstGeom>
          <a:noFill/>
          <a:ln w="5239">
            <a:solidFill>
              <a:srgbClr val="3E8F8A"/>
            </a:solidFill>
            <a:prstDash val="solid"/>
          </a:ln>
        </p:spPr>
      </p:sp>
      <p:sp>
        <p:nvSpPr>
          <p:cNvPr id="313" name="FIG2_ADAPTIVE_EMBED__G1_STRIPE_2_2">
            <a:extLst>
              <a:ext uri="{FF2B5EF4-FFF2-40B4-BE49-F238E27FC236}">
                <a16:creationId xmlns:a16="http://schemas.microsoft.com/office/drawing/2014/main" id="{E321432A-DF32-46DD-BBA9-2484828C6B41}"/>
              </a:ext>
            </a:extLst>
          </p:cNvPr>
          <p:cNvSpPr>
            <a:spLocks noGrp="1"/>
          </p:cNvSpPr>
          <p:nvPr/>
        </p:nvSpPr>
        <p:spPr>
          <a:xfrm>
            <a:off x="5908358" y="1771361"/>
            <a:ext cx="41910" cy="953"/>
          </a:xfrm>
          <a:prstGeom prst="line">
            <a:avLst/>
          </a:prstGeom>
          <a:noFill/>
          <a:ln w="5239">
            <a:solidFill>
              <a:srgbClr val="3E8F8A"/>
            </a:solidFill>
            <a:prstDash val="solid"/>
          </a:ln>
        </p:spPr>
      </p:sp>
      <p:sp>
        <p:nvSpPr>
          <p:cNvPr id="314" name="FIG2_ADAPTIVE_EMBED__G1_STRIPE_2_3">
            <a:extLst>
              <a:ext uri="{FF2B5EF4-FFF2-40B4-BE49-F238E27FC236}">
                <a16:creationId xmlns:a16="http://schemas.microsoft.com/office/drawing/2014/main" id="{78163241-642D-41AE-93CA-E5375B8C8601}"/>
              </a:ext>
            </a:extLst>
          </p:cNvPr>
          <p:cNvSpPr>
            <a:spLocks noGrp="1"/>
          </p:cNvSpPr>
          <p:nvPr/>
        </p:nvSpPr>
        <p:spPr>
          <a:xfrm>
            <a:off x="5908358" y="1844386"/>
            <a:ext cx="41910" cy="953"/>
          </a:xfrm>
          <a:prstGeom prst="line">
            <a:avLst/>
          </a:prstGeom>
          <a:noFill/>
          <a:ln w="5239">
            <a:solidFill>
              <a:srgbClr val="3E8F8A"/>
            </a:solidFill>
            <a:prstDash val="solid"/>
          </a:ln>
        </p:spPr>
      </p:sp>
      <p:sp>
        <p:nvSpPr>
          <p:cNvPr id="315" name="FIG2_ADAPTIVE_EMBED__G1_STRIPE_2_4">
            <a:extLst>
              <a:ext uri="{FF2B5EF4-FFF2-40B4-BE49-F238E27FC236}">
                <a16:creationId xmlns:a16="http://schemas.microsoft.com/office/drawing/2014/main" id="{19B441F1-0451-4F24-B575-F224A7DE1681}"/>
              </a:ext>
            </a:extLst>
          </p:cNvPr>
          <p:cNvSpPr>
            <a:spLocks noGrp="1"/>
          </p:cNvSpPr>
          <p:nvPr/>
        </p:nvSpPr>
        <p:spPr>
          <a:xfrm>
            <a:off x="5908358" y="1917411"/>
            <a:ext cx="41910" cy="953"/>
          </a:xfrm>
          <a:prstGeom prst="line">
            <a:avLst/>
          </a:prstGeom>
          <a:noFill/>
          <a:ln w="5239">
            <a:solidFill>
              <a:srgbClr val="3E8F8A"/>
            </a:solidFill>
            <a:prstDash val="solid"/>
          </a:ln>
        </p:spPr>
      </p:sp>
      <p:sp>
        <p:nvSpPr>
          <p:cNvPr id="316" name="FIG2_ADAPTIVE_EMBED__G1_STRIPE_2_5">
            <a:extLst>
              <a:ext uri="{FF2B5EF4-FFF2-40B4-BE49-F238E27FC236}">
                <a16:creationId xmlns:a16="http://schemas.microsoft.com/office/drawing/2014/main" id="{5C7CD5A2-595B-45F2-BD70-1F033611728E}"/>
              </a:ext>
            </a:extLst>
          </p:cNvPr>
          <p:cNvSpPr>
            <a:spLocks noGrp="1"/>
          </p:cNvSpPr>
          <p:nvPr/>
        </p:nvSpPr>
        <p:spPr>
          <a:xfrm>
            <a:off x="5908358" y="1990436"/>
            <a:ext cx="41910" cy="953"/>
          </a:xfrm>
          <a:prstGeom prst="line">
            <a:avLst/>
          </a:prstGeom>
          <a:noFill/>
          <a:ln w="5239">
            <a:solidFill>
              <a:srgbClr val="3E8F8A"/>
            </a:solidFill>
            <a:prstDash val="solid"/>
          </a:ln>
        </p:spPr>
      </p:sp>
      <p:sp>
        <p:nvSpPr>
          <p:cNvPr id="317" name="FIG2_ADAPTIVE_EMBED__G2_BAR_1">
            <a:extLst>
              <a:ext uri="{FF2B5EF4-FFF2-40B4-BE49-F238E27FC236}">
                <a16:creationId xmlns:a16="http://schemas.microsoft.com/office/drawing/2014/main" id="{831DFF11-4F70-4276-BD8A-F0CB3AB82320}"/>
              </a:ext>
            </a:extLst>
          </p:cNvPr>
          <p:cNvSpPr>
            <a:spLocks noGrp="1"/>
          </p:cNvSpPr>
          <p:nvPr/>
        </p:nvSpPr>
        <p:spPr>
          <a:xfrm>
            <a:off x="5991225" y="1625311"/>
            <a:ext cx="57150" cy="438150"/>
          </a:xfrm>
          <a:prstGeom prst="roundRect">
            <a:avLst>
              <a:gd name="adj" fmla="val 33333"/>
            </a:avLst>
          </a:prstGeom>
          <a:solidFill>
            <a:srgbClr val="FFF0DF"/>
          </a:solidFill>
          <a:ln w="7144">
            <a:solidFill>
              <a:srgbClr val="D9863D"/>
            </a:solidFill>
            <a:prstDash val="solid"/>
          </a:ln>
        </p:spPr>
      </p:sp>
      <p:sp>
        <p:nvSpPr>
          <p:cNvPr id="318" name="FIG2_ADAPTIVE_EMBED__G2_STRIPE_1_1">
            <a:extLst>
              <a:ext uri="{FF2B5EF4-FFF2-40B4-BE49-F238E27FC236}">
                <a16:creationId xmlns:a16="http://schemas.microsoft.com/office/drawing/2014/main" id="{0BCA7043-E5DF-4884-B099-4BC45FD5E102}"/>
              </a:ext>
            </a:extLst>
          </p:cNvPr>
          <p:cNvSpPr>
            <a:spLocks noGrp="1"/>
          </p:cNvSpPr>
          <p:nvPr/>
        </p:nvSpPr>
        <p:spPr>
          <a:xfrm>
            <a:off x="5998845" y="1698336"/>
            <a:ext cx="41910" cy="953"/>
          </a:xfrm>
          <a:prstGeom prst="line">
            <a:avLst/>
          </a:prstGeom>
          <a:noFill/>
          <a:ln w="5239">
            <a:solidFill>
              <a:srgbClr val="D9863D"/>
            </a:solidFill>
            <a:prstDash val="solid"/>
          </a:ln>
        </p:spPr>
      </p:sp>
      <p:sp>
        <p:nvSpPr>
          <p:cNvPr id="319" name="FIG2_ADAPTIVE_EMBED__G2_STRIPE_1_2">
            <a:extLst>
              <a:ext uri="{FF2B5EF4-FFF2-40B4-BE49-F238E27FC236}">
                <a16:creationId xmlns:a16="http://schemas.microsoft.com/office/drawing/2014/main" id="{9B2A3C10-E190-44D2-A0F5-907887DA0C67}"/>
              </a:ext>
            </a:extLst>
          </p:cNvPr>
          <p:cNvSpPr>
            <a:spLocks noGrp="1"/>
          </p:cNvSpPr>
          <p:nvPr/>
        </p:nvSpPr>
        <p:spPr>
          <a:xfrm>
            <a:off x="5998845" y="1771361"/>
            <a:ext cx="41910" cy="953"/>
          </a:xfrm>
          <a:prstGeom prst="line">
            <a:avLst/>
          </a:prstGeom>
          <a:noFill/>
          <a:ln w="5239">
            <a:solidFill>
              <a:srgbClr val="D9863D"/>
            </a:solidFill>
            <a:prstDash val="solid"/>
          </a:ln>
        </p:spPr>
      </p:sp>
      <p:sp>
        <p:nvSpPr>
          <p:cNvPr id="320" name="FIG2_ADAPTIVE_EMBED__G2_STRIPE_1_3">
            <a:extLst>
              <a:ext uri="{FF2B5EF4-FFF2-40B4-BE49-F238E27FC236}">
                <a16:creationId xmlns:a16="http://schemas.microsoft.com/office/drawing/2014/main" id="{82868513-46DD-4A0C-BB75-A4EF881E34DF}"/>
              </a:ext>
            </a:extLst>
          </p:cNvPr>
          <p:cNvSpPr>
            <a:spLocks noGrp="1"/>
          </p:cNvSpPr>
          <p:nvPr/>
        </p:nvSpPr>
        <p:spPr>
          <a:xfrm>
            <a:off x="5998845" y="1844386"/>
            <a:ext cx="41910" cy="953"/>
          </a:xfrm>
          <a:prstGeom prst="line">
            <a:avLst/>
          </a:prstGeom>
          <a:noFill/>
          <a:ln w="5239">
            <a:solidFill>
              <a:srgbClr val="D9863D"/>
            </a:solidFill>
            <a:prstDash val="solid"/>
          </a:ln>
        </p:spPr>
      </p:sp>
      <p:sp>
        <p:nvSpPr>
          <p:cNvPr id="321" name="FIG2_ADAPTIVE_EMBED__G2_STRIPE_1_4">
            <a:extLst>
              <a:ext uri="{FF2B5EF4-FFF2-40B4-BE49-F238E27FC236}">
                <a16:creationId xmlns:a16="http://schemas.microsoft.com/office/drawing/2014/main" id="{CA862496-E0B3-439C-8F83-7D42BDF4F4DF}"/>
              </a:ext>
            </a:extLst>
          </p:cNvPr>
          <p:cNvSpPr>
            <a:spLocks noGrp="1"/>
          </p:cNvSpPr>
          <p:nvPr/>
        </p:nvSpPr>
        <p:spPr>
          <a:xfrm>
            <a:off x="5998845" y="1917411"/>
            <a:ext cx="41910" cy="953"/>
          </a:xfrm>
          <a:prstGeom prst="line">
            <a:avLst/>
          </a:prstGeom>
          <a:noFill/>
          <a:ln w="5239">
            <a:solidFill>
              <a:srgbClr val="D9863D"/>
            </a:solidFill>
            <a:prstDash val="solid"/>
          </a:ln>
        </p:spPr>
      </p:sp>
      <p:sp>
        <p:nvSpPr>
          <p:cNvPr id="322" name="FIG2_ADAPTIVE_EMBED__G2_STRIPE_1_5">
            <a:extLst>
              <a:ext uri="{FF2B5EF4-FFF2-40B4-BE49-F238E27FC236}">
                <a16:creationId xmlns:a16="http://schemas.microsoft.com/office/drawing/2014/main" id="{31655938-B2B0-4E27-8261-FA034FE50429}"/>
              </a:ext>
            </a:extLst>
          </p:cNvPr>
          <p:cNvSpPr>
            <a:spLocks noGrp="1"/>
          </p:cNvSpPr>
          <p:nvPr/>
        </p:nvSpPr>
        <p:spPr>
          <a:xfrm>
            <a:off x="5998845" y="1990436"/>
            <a:ext cx="41910" cy="953"/>
          </a:xfrm>
          <a:prstGeom prst="line">
            <a:avLst/>
          </a:prstGeom>
          <a:noFill/>
          <a:ln w="5239">
            <a:solidFill>
              <a:srgbClr val="D9863D"/>
            </a:solidFill>
            <a:prstDash val="solid"/>
          </a:ln>
        </p:spPr>
      </p:sp>
      <p:sp>
        <p:nvSpPr>
          <p:cNvPr id="323" name="FIG2_ADAPTIVE_EMBED__G2_BAR_2">
            <a:extLst>
              <a:ext uri="{FF2B5EF4-FFF2-40B4-BE49-F238E27FC236}">
                <a16:creationId xmlns:a16="http://schemas.microsoft.com/office/drawing/2014/main" id="{48E8BA5D-A5E8-42D4-8801-27074B7B464D}"/>
              </a:ext>
            </a:extLst>
          </p:cNvPr>
          <p:cNvSpPr>
            <a:spLocks noGrp="1"/>
          </p:cNvSpPr>
          <p:nvPr/>
        </p:nvSpPr>
        <p:spPr>
          <a:xfrm>
            <a:off x="6062663" y="1625311"/>
            <a:ext cx="57150" cy="438150"/>
          </a:xfrm>
          <a:prstGeom prst="roundRect">
            <a:avLst>
              <a:gd name="adj" fmla="val 33333"/>
            </a:avLst>
          </a:prstGeom>
          <a:solidFill>
            <a:srgbClr val="FFF0DF"/>
          </a:solidFill>
          <a:ln w="7144">
            <a:solidFill>
              <a:srgbClr val="D9863D"/>
            </a:solidFill>
            <a:prstDash val="solid"/>
          </a:ln>
        </p:spPr>
      </p:sp>
      <p:sp>
        <p:nvSpPr>
          <p:cNvPr id="324" name="FIG2_ADAPTIVE_EMBED__G2_STRIPE_2_1">
            <a:extLst>
              <a:ext uri="{FF2B5EF4-FFF2-40B4-BE49-F238E27FC236}">
                <a16:creationId xmlns:a16="http://schemas.microsoft.com/office/drawing/2014/main" id="{B872AD95-EB92-4B48-8DC2-D1EC128A594B}"/>
              </a:ext>
            </a:extLst>
          </p:cNvPr>
          <p:cNvSpPr>
            <a:spLocks noGrp="1"/>
          </p:cNvSpPr>
          <p:nvPr/>
        </p:nvSpPr>
        <p:spPr>
          <a:xfrm>
            <a:off x="6070283" y="1698336"/>
            <a:ext cx="41910" cy="953"/>
          </a:xfrm>
          <a:prstGeom prst="line">
            <a:avLst/>
          </a:prstGeom>
          <a:noFill/>
          <a:ln w="5239">
            <a:solidFill>
              <a:srgbClr val="D9863D"/>
            </a:solidFill>
            <a:prstDash val="solid"/>
          </a:ln>
        </p:spPr>
      </p:sp>
      <p:sp>
        <p:nvSpPr>
          <p:cNvPr id="325" name="FIG2_ADAPTIVE_EMBED__G2_STRIPE_2_2">
            <a:extLst>
              <a:ext uri="{FF2B5EF4-FFF2-40B4-BE49-F238E27FC236}">
                <a16:creationId xmlns:a16="http://schemas.microsoft.com/office/drawing/2014/main" id="{D6C65AE6-BD43-4BAB-B5B7-160EDCFEBAD8}"/>
              </a:ext>
            </a:extLst>
          </p:cNvPr>
          <p:cNvSpPr>
            <a:spLocks noGrp="1"/>
          </p:cNvSpPr>
          <p:nvPr/>
        </p:nvSpPr>
        <p:spPr>
          <a:xfrm>
            <a:off x="6070283" y="1771361"/>
            <a:ext cx="41910" cy="953"/>
          </a:xfrm>
          <a:prstGeom prst="line">
            <a:avLst/>
          </a:prstGeom>
          <a:noFill/>
          <a:ln w="5239">
            <a:solidFill>
              <a:srgbClr val="D9863D"/>
            </a:solidFill>
            <a:prstDash val="solid"/>
          </a:ln>
        </p:spPr>
      </p:sp>
      <p:sp>
        <p:nvSpPr>
          <p:cNvPr id="326" name="FIG2_ADAPTIVE_EMBED__G2_STRIPE_2_3">
            <a:extLst>
              <a:ext uri="{FF2B5EF4-FFF2-40B4-BE49-F238E27FC236}">
                <a16:creationId xmlns:a16="http://schemas.microsoft.com/office/drawing/2014/main" id="{53E0FA97-4DE8-45E6-80D3-D177D60680EA}"/>
              </a:ext>
            </a:extLst>
          </p:cNvPr>
          <p:cNvSpPr>
            <a:spLocks noGrp="1"/>
          </p:cNvSpPr>
          <p:nvPr/>
        </p:nvSpPr>
        <p:spPr>
          <a:xfrm>
            <a:off x="6070283" y="1844386"/>
            <a:ext cx="41910" cy="953"/>
          </a:xfrm>
          <a:prstGeom prst="line">
            <a:avLst/>
          </a:prstGeom>
          <a:noFill/>
          <a:ln w="5239">
            <a:solidFill>
              <a:srgbClr val="D9863D"/>
            </a:solidFill>
            <a:prstDash val="solid"/>
          </a:ln>
        </p:spPr>
      </p:sp>
      <p:sp>
        <p:nvSpPr>
          <p:cNvPr id="327" name="FIG2_ADAPTIVE_EMBED__G2_STRIPE_2_4">
            <a:extLst>
              <a:ext uri="{FF2B5EF4-FFF2-40B4-BE49-F238E27FC236}">
                <a16:creationId xmlns:a16="http://schemas.microsoft.com/office/drawing/2014/main" id="{0B666836-BA52-4F9B-B767-01539FA01E01}"/>
              </a:ext>
            </a:extLst>
          </p:cNvPr>
          <p:cNvSpPr>
            <a:spLocks noGrp="1"/>
          </p:cNvSpPr>
          <p:nvPr/>
        </p:nvSpPr>
        <p:spPr>
          <a:xfrm>
            <a:off x="6070283" y="1917411"/>
            <a:ext cx="41910" cy="953"/>
          </a:xfrm>
          <a:prstGeom prst="line">
            <a:avLst/>
          </a:prstGeom>
          <a:noFill/>
          <a:ln w="5239">
            <a:solidFill>
              <a:srgbClr val="D9863D"/>
            </a:solidFill>
            <a:prstDash val="solid"/>
          </a:ln>
        </p:spPr>
      </p:sp>
      <p:sp>
        <p:nvSpPr>
          <p:cNvPr id="328" name="FIG2_ADAPTIVE_EMBED__G2_STRIPE_2_5">
            <a:extLst>
              <a:ext uri="{FF2B5EF4-FFF2-40B4-BE49-F238E27FC236}">
                <a16:creationId xmlns:a16="http://schemas.microsoft.com/office/drawing/2014/main" id="{A64B8006-19B4-4AAB-9B27-1E37C2343020}"/>
              </a:ext>
            </a:extLst>
          </p:cNvPr>
          <p:cNvSpPr>
            <a:spLocks noGrp="1"/>
          </p:cNvSpPr>
          <p:nvPr/>
        </p:nvSpPr>
        <p:spPr>
          <a:xfrm>
            <a:off x="6070283" y="1990436"/>
            <a:ext cx="41910" cy="953"/>
          </a:xfrm>
          <a:prstGeom prst="line">
            <a:avLst/>
          </a:prstGeom>
          <a:noFill/>
          <a:ln w="5239">
            <a:solidFill>
              <a:srgbClr val="D9863D"/>
            </a:solidFill>
            <a:prstDash val="solid"/>
          </a:ln>
        </p:spPr>
      </p:sp>
      <p:sp>
        <p:nvSpPr>
          <p:cNvPr id="329" name="FIG2_ADAPTIVE_EMBED__DE">
            <a:extLst>
              <a:ext uri="{FF2B5EF4-FFF2-40B4-BE49-F238E27FC236}">
                <a16:creationId xmlns:a16="http://schemas.microsoft.com/office/drawing/2014/main" id="{A0EC5BD5-94C9-4878-B388-10B1FF849DBA}"/>
              </a:ext>
            </a:extLst>
          </p:cNvPr>
          <p:cNvSpPr>
            <a:spLocks noGrp="1"/>
          </p:cNvSpPr>
          <p:nvPr/>
        </p:nvSpPr>
        <p:spPr>
          <a:xfrm>
            <a:off x="5686425" y="1387186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288" tIns="4763" rIns="14288" bIns="4763" anchor="ctr">
            <a:noAutofit/>
          </a:bodyPr>
          <a:lstStyle/>
          <a:p>
            <a:pPr algn="ctr">
              <a:defRPr sz="1020" b="0" i="0">
                <a:solidFill>
                  <a:srgbClr val="5D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0" b="0" i="0">
                <a:solidFill>
                  <a:srgbClr val="5D7280"/>
                </a:solidFill>
                <a:latin typeface="Times New Roman"/>
                <a:ea typeface="Times New Roman"/>
                <a:cs typeface="Times New Roman"/>
              </a:rPr>
              <a:t>d_e=10</a:t>
            </a:r>
          </a:p>
        </p:txBody>
      </p:sp>
      <p:sp>
        <p:nvSpPr>
          <p:cNvPr id="330" name="FIG2_ADAPTIVE_EMBED__LABEL">
            <a:extLst>
              <a:ext uri="{FF2B5EF4-FFF2-40B4-BE49-F238E27FC236}">
                <a16:creationId xmlns:a16="http://schemas.microsoft.com/office/drawing/2014/main" id="{B8DF7CCF-CF75-4979-9C60-D377EEFB7F48}"/>
              </a:ext>
            </a:extLst>
          </p:cNvPr>
          <p:cNvSpPr>
            <a:spLocks noGrp="1"/>
          </p:cNvSpPr>
          <p:nvPr/>
        </p:nvSpPr>
        <p:spPr>
          <a:xfrm>
            <a:off x="5524500" y="2606386"/>
            <a:ext cx="914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288" tIns="4763" rIns="14288" bIns="4763" anchor="ctr">
            <a:noAutofit/>
          </a:bodyPr>
          <a:lstStyle/>
          <a:p>
            <a:pPr algn="ctr">
              <a:def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Learnable</a:t>
            </a:r>
          </a:p>
          <a:p>
            <a:pPr algn="ctr">
              <a:def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Node</a:t>
            </a:r>
          </a:p>
          <a:p>
            <a:pPr algn="ctr">
              <a:def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Embeddings</a:t>
            </a:r>
          </a:p>
        </p:txBody>
      </p:sp>
      <p:sp>
        <p:nvSpPr>
          <p:cNvPr id="331" name="FIG2_ADAPTIVE_SCORES">
            <a:extLst>
              <a:ext uri="{FF2B5EF4-FFF2-40B4-BE49-F238E27FC236}">
                <a16:creationId xmlns:a16="http://schemas.microsoft.com/office/drawing/2014/main" id="{2FDF3E62-4AC0-45AA-A31B-D7487F9BEC4C}"/>
              </a:ext>
            </a:extLst>
          </p:cNvPr>
          <p:cNvSpPr>
            <a:spLocks noGrp="1"/>
          </p:cNvSpPr>
          <p:nvPr/>
        </p:nvSpPr>
        <p:spPr>
          <a:xfrm>
            <a:off x="6276975" y="1596736"/>
            <a:ext cx="457200" cy="4953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332" name="FIG2_ADAPTIVE_SCORES__EDGE_1">
            <a:extLst>
              <a:ext uri="{FF2B5EF4-FFF2-40B4-BE49-F238E27FC236}">
                <a16:creationId xmlns:a16="http://schemas.microsoft.com/office/drawing/2014/main" id="{9F5FF375-8178-49BF-A686-ACBE6897C564}"/>
              </a:ext>
            </a:extLst>
          </p:cNvPr>
          <p:cNvSpPr>
            <a:spLocks noGrp="1"/>
          </p:cNvSpPr>
          <p:nvPr/>
        </p:nvSpPr>
        <p:spPr>
          <a:xfrm flipV="1">
            <a:off x="6322695" y="1685890"/>
            <a:ext cx="82296" cy="168402"/>
          </a:xfrm>
          <a:prstGeom prst="line">
            <a:avLst/>
          </a:prstGeom>
          <a:noFill/>
          <a:ln w="10478">
            <a:solidFill>
              <a:srgbClr val="7858A6"/>
            </a:solidFill>
            <a:prstDash val="solid"/>
          </a:ln>
        </p:spPr>
      </p:sp>
      <p:sp>
        <p:nvSpPr>
          <p:cNvPr id="333" name="FIG2_ADAPTIVE_SCORES__EDGE_2">
            <a:extLst>
              <a:ext uri="{FF2B5EF4-FFF2-40B4-BE49-F238E27FC236}">
                <a16:creationId xmlns:a16="http://schemas.microsoft.com/office/drawing/2014/main" id="{982C5EA9-4FAF-4569-84F9-7F519CE52251}"/>
              </a:ext>
            </a:extLst>
          </p:cNvPr>
          <p:cNvSpPr>
            <a:spLocks noGrp="1"/>
          </p:cNvSpPr>
          <p:nvPr/>
        </p:nvSpPr>
        <p:spPr>
          <a:xfrm>
            <a:off x="6322695" y="1854292"/>
            <a:ext cx="105156" cy="99060"/>
          </a:xfrm>
          <a:prstGeom prst="line">
            <a:avLst/>
          </a:prstGeom>
          <a:noFill/>
          <a:ln w="16193">
            <a:solidFill>
              <a:srgbClr val="7858A6"/>
            </a:solidFill>
            <a:prstDash val="solid"/>
          </a:ln>
        </p:spPr>
      </p:sp>
      <p:sp>
        <p:nvSpPr>
          <p:cNvPr id="334" name="FIG2_ADAPTIVE_SCORES__EDGE_3">
            <a:extLst>
              <a:ext uri="{FF2B5EF4-FFF2-40B4-BE49-F238E27FC236}">
                <a16:creationId xmlns:a16="http://schemas.microsoft.com/office/drawing/2014/main" id="{3FCC0CE2-D354-4BF5-B803-CF28BAC622BC}"/>
              </a:ext>
            </a:extLst>
          </p:cNvPr>
          <p:cNvSpPr>
            <a:spLocks noGrp="1"/>
          </p:cNvSpPr>
          <p:nvPr/>
        </p:nvSpPr>
        <p:spPr>
          <a:xfrm>
            <a:off x="6404991" y="1685890"/>
            <a:ext cx="114300" cy="34671"/>
          </a:xfrm>
          <a:prstGeom prst="line">
            <a:avLst/>
          </a:prstGeom>
          <a:noFill/>
          <a:ln w="11430">
            <a:solidFill>
              <a:srgbClr val="7858A6"/>
            </a:solidFill>
            <a:prstDash val="solid"/>
          </a:ln>
        </p:spPr>
      </p:sp>
      <p:sp>
        <p:nvSpPr>
          <p:cNvPr id="335" name="FIG2_ADAPTIVE_SCORES__EDGE_4">
            <a:extLst>
              <a:ext uri="{FF2B5EF4-FFF2-40B4-BE49-F238E27FC236}">
                <a16:creationId xmlns:a16="http://schemas.microsoft.com/office/drawing/2014/main" id="{F41C3CD1-DEAE-46B8-B68D-8F9125778642}"/>
              </a:ext>
            </a:extLst>
          </p:cNvPr>
          <p:cNvSpPr>
            <a:spLocks noGrp="1"/>
          </p:cNvSpPr>
          <p:nvPr/>
        </p:nvSpPr>
        <p:spPr>
          <a:xfrm>
            <a:off x="6404991" y="1685890"/>
            <a:ext cx="22860" cy="267462"/>
          </a:xfrm>
          <a:prstGeom prst="line">
            <a:avLst/>
          </a:prstGeom>
          <a:noFill/>
          <a:ln w="18098">
            <a:solidFill>
              <a:srgbClr val="7858A6"/>
            </a:solidFill>
            <a:prstDash val="solid"/>
          </a:ln>
        </p:spPr>
      </p:sp>
      <p:sp>
        <p:nvSpPr>
          <p:cNvPr id="336" name="FIG2_ADAPTIVE_SCORES__EDGE_5">
            <a:extLst>
              <a:ext uri="{FF2B5EF4-FFF2-40B4-BE49-F238E27FC236}">
                <a16:creationId xmlns:a16="http://schemas.microsoft.com/office/drawing/2014/main" id="{524349AA-DCB6-469E-85BA-BD1A8CA3FF14}"/>
              </a:ext>
            </a:extLst>
          </p:cNvPr>
          <p:cNvSpPr>
            <a:spLocks noGrp="1"/>
          </p:cNvSpPr>
          <p:nvPr/>
        </p:nvSpPr>
        <p:spPr>
          <a:xfrm flipH="1">
            <a:off x="6427851" y="1720561"/>
            <a:ext cx="91440" cy="232791"/>
          </a:xfrm>
          <a:prstGeom prst="line">
            <a:avLst/>
          </a:prstGeom>
          <a:noFill/>
          <a:ln w="13335">
            <a:solidFill>
              <a:srgbClr val="7858A6"/>
            </a:solidFill>
            <a:prstDash val="solid"/>
          </a:ln>
        </p:spPr>
      </p:sp>
      <p:sp>
        <p:nvSpPr>
          <p:cNvPr id="337" name="FIG2_ADAPTIVE_SCORES__EDGE_6">
            <a:extLst>
              <a:ext uri="{FF2B5EF4-FFF2-40B4-BE49-F238E27FC236}">
                <a16:creationId xmlns:a16="http://schemas.microsoft.com/office/drawing/2014/main" id="{1155EE46-55D2-4F3A-A855-B5391EFE9470}"/>
              </a:ext>
            </a:extLst>
          </p:cNvPr>
          <p:cNvSpPr>
            <a:spLocks noGrp="1"/>
          </p:cNvSpPr>
          <p:nvPr/>
        </p:nvSpPr>
        <p:spPr>
          <a:xfrm flipH="1">
            <a:off x="6565011" y="1844386"/>
            <a:ext cx="86868" cy="158496"/>
          </a:xfrm>
          <a:prstGeom prst="line">
            <a:avLst/>
          </a:prstGeom>
          <a:noFill/>
          <a:ln w="15716">
            <a:solidFill>
              <a:srgbClr val="7858A6"/>
            </a:solidFill>
            <a:prstDash val="solid"/>
          </a:ln>
        </p:spPr>
      </p:sp>
      <p:sp>
        <p:nvSpPr>
          <p:cNvPr id="338" name="FIG2_ADAPTIVE_SCORES__EDGE_7">
            <a:extLst>
              <a:ext uri="{FF2B5EF4-FFF2-40B4-BE49-F238E27FC236}">
                <a16:creationId xmlns:a16="http://schemas.microsoft.com/office/drawing/2014/main" id="{172329A6-61BF-48C1-8F2D-AD393BEFCDEA}"/>
              </a:ext>
            </a:extLst>
          </p:cNvPr>
          <p:cNvSpPr>
            <a:spLocks noGrp="1"/>
          </p:cNvSpPr>
          <p:nvPr/>
        </p:nvSpPr>
        <p:spPr>
          <a:xfrm flipH="1" flipV="1">
            <a:off x="6427851" y="1953352"/>
            <a:ext cx="137160" cy="49530"/>
          </a:xfrm>
          <a:prstGeom prst="line">
            <a:avLst/>
          </a:prstGeom>
          <a:noFill/>
          <a:ln w="9525">
            <a:solidFill>
              <a:srgbClr val="7858A6"/>
            </a:solidFill>
            <a:prstDash val="solid"/>
          </a:ln>
        </p:spPr>
      </p:sp>
      <p:sp>
        <p:nvSpPr>
          <p:cNvPr id="339" name="FIG2_ADAPTIVE_SCORES__EDGE_8">
            <a:extLst>
              <a:ext uri="{FF2B5EF4-FFF2-40B4-BE49-F238E27FC236}">
                <a16:creationId xmlns:a16="http://schemas.microsoft.com/office/drawing/2014/main" id="{DA2CCC66-1A99-4454-9C69-9A42FE06BEA1}"/>
              </a:ext>
            </a:extLst>
          </p:cNvPr>
          <p:cNvSpPr>
            <a:spLocks noGrp="1"/>
          </p:cNvSpPr>
          <p:nvPr/>
        </p:nvSpPr>
        <p:spPr>
          <a:xfrm>
            <a:off x="6519291" y="1720561"/>
            <a:ext cx="132588" cy="123825"/>
          </a:xfrm>
          <a:prstGeom prst="line">
            <a:avLst/>
          </a:prstGeom>
          <a:noFill/>
          <a:ln w="8096">
            <a:solidFill>
              <a:srgbClr val="B7BEC4"/>
            </a:solidFill>
            <a:prstDash val="dash"/>
          </a:ln>
        </p:spPr>
      </p:sp>
      <p:sp>
        <p:nvSpPr>
          <p:cNvPr id="340" name="FIG2_ADAPTIVE_SCORES__EDGE_9">
            <a:extLst>
              <a:ext uri="{FF2B5EF4-FFF2-40B4-BE49-F238E27FC236}">
                <a16:creationId xmlns:a16="http://schemas.microsoft.com/office/drawing/2014/main" id="{65D171D5-71D9-493F-850D-C0CC6A03848C}"/>
              </a:ext>
            </a:extLst>
          </p:cNvPr>
          <p:cNvSpPr>
            <a:spLocks noGrp="1"/>
          </p:cNvSpPr>
          <p:nvPr/>
        </p:nvSpPr>
        <p:spPr>
          <a:xfrm>
            <a:off x="6519291" y="1720561"/>
            <a:ext cx="45720" cy="282321"/>
          </a:xfrm>
          <a:prstGeom prst="line">
            <a:avLst/>
          </a:prstGeom>
          <a:noFill/>
          <a:ln w="8096">
            <a:solidFill>
              <a:srgbClr val="B7BEC4"/>
            </a:solidFill>
            <a:prstDash val="dash"/>
          </a:ln>
        </p:spPr>
      </p:sp>
      <p:sp>
        <p:nvSpPr>
          <p:cNvPr id="341" name="FIG2_ADAPTIVE_SCORES__NODE_1">
            <a:extLst>
              <a:ext uri="{FF2B5EF4-FFF2-40B4-BE49-F238E27FC236}">
                <a16:creationId xmlns:a16="http://schemas.microsoft.com/office/drawing/2014/main" id="{77A93B0E-0BD2-41F0-B17E-7CE55D779BB3}"/>
              </a:ext>
            </a:extLst>
          </p:cNvPr>
          <p:cNvSpPr>
            <a:spLocks noGrp="1"/>
          </p:cNvSpPr>
          <p:nvPr/>
        </p:nvSpPr>
        <p:spPr>
          <a:xfrm>
            <a:off x="6297930" y="1829527"/>
            <a:ext cx="49530" cy="49530"/>
          </a:xfrm>
          <a:prstGeom prst="ellipse">
            <a:avLst/>
          </a:prstGeom>
          <a:solidFill>
            <a:srgbClr val="FFFFFF"/>
          </a:solidFill>
          <a:ln w="10001">
            <a:solidFill>
              <a:srgbClr val="7858A6"/>
            </a:solidFill>
            <a:prstDash val="solid"/>
          </a:ln>
        </p:spPr>
      </p:sp>
      <p:sp>
        <p:nvSpPr>
          <p:cNvPr id="342" name="FIG2_ADAPTIVE_SCORES__NODE_2">
            <a:extLst>
              <a:ext uri="{FF2B5EF4-FFF2-40B4-BE49-F238E27FC236}">
                <a16:creationId xmlns:a16="http://schemas.microsoft.com/office/drawing/2014/main" id="{FBEDA4B3-7F00-4D4E-B6B2-F21C2B658DB5}"/>
              </a:ext>
            </a:extLst>
          </p:cNvPr>
          <p:cNvSpPr>
            <a:spLocks noGrp="1"/>
          </p:cNvSpPr>
          <p:nvPr/>
        </p:nvSpPr>
        <p:spPr>
          <a:xfrm>
            <a:off x="6380226" y="1661125"/>
            <a:ext cx="49530" cy="49530"/>
          </a:xfrm>
          <a:prstGeom prst="ellipse">
            <a:avLst/>
          </a:prstGeom>
          <a:solidFill>
            <a:srgbClr val="FFFFFF"/>
          </a:solidFill>
          <a:ln w="10001">
            <a:solidFill>
              <a:srgbClr val="7858A6"/>
            </a:solidFill>
            <a:prstDash val="solid"/>
          </a:ln>
        </p:spPr>
      </p:sp>
      <p:sp>
        <p:nvSpPr>
          <p:cNvPr id="343" name="FIG2_ADAPTIVE_SCORES__NODE_3">
            <a:extLst>
              <a:ext uri="{FF2B5EF4-FFF2-40B4-BE49-F238E27FC236}">
                <a16:creationId xmlns:a16="http://schemas.microsoft.com/office/drawing/2014/main" id="{519CA36B-75D7-44BD-9EEC-7A98D0A62E26}"/>
              </a:ext>
            </a:extLst>
          </p:cNvPr>
          <p:cNvSpPr>
            <a:spLocks noGrp="1"/>
          </p:cNvSpPr>
          <p:nvPr/>
        </p:nvSpPr>
        <p:spPr>
          <a:xfrm>
            <a:off x="6494526" y="1695796"/>
            <a:ext cx="49530" cy="49530"/>
          </a:xfrm>
          <a:prstGeom prst="ellipse">
            <a:avLst/>
          </a:prstGeom>
          <a:solidFill>
            <a:srgbClr val="FFFFFF"/>
          </a:solidFill>
          <a:ln w="10001">
            <a:solidFill>
              <a:srgbClr val="7858A6"/>
            </a:solidFill>
            <a:prstDash val="solid"/>
          </a:ln>
        </p:spPr>
      </p:sp>
      <p:sp>
        <p:nvSpPr>
          <p:cNvPr id="344" name="FIG2_ADAPTIVE_SCORES__NODE_4">
            <a:extLst>
              <a:ext uri="{FF2B5EF4-FFF2-40B4-BE49-F238E27FC236}">
                <a16:creationId xmlns:a16="http://schemas.microsoft.com/office/drawing/2014/main" id="{A3C103A3-6531-4D29-9A2A-70A6EA66F19F}"/>
              </a:ext>
            </a:extLst>
          </p:cNvPr>
          <p:cNvSpPr>
            <a:spLocks noGrp="1"/>
          </p:cNvSpPr>
          <p:nvPr/>
        </p:nvSpPr>
        <p:spPr>
          <a:xfrm>
            <a:off x="6627114" y="1819621"/>
            <a:ext cx="49530" cy="49530"/>
          </a:xfrm>
          <a:prstGeom prst="ellipse">
            <a:avLst/>
          </a:prstGeom>
          <a:solidFill>
            <a:srgbClr val="FFFFFF"/>
          </a:solidFill>
          <a:ln w="10001">
            <a:solidFill>
              <a:srgbClr val="7858A6"/>
            </a:solidFill>
            <a:prstDash val="solid"/>
          </a:ln>
        </p:spPr>
      </p:sp>
      <p:sp>
        <p:nvSpPr>
          <p:cNvPr id="345" name="FIG2_ADAPTIVE_SCORES__NODE_5">
            <a:extLst>
              <a:ext uri="{FF2B5EF4-FFF2-40B4-BE49-F238E27FC236}">
                <a16:creationId xmlns:a16="http://schemas.microsoft.com/office/drawing/2014/main" id="{3228123B-1EFA-43B3-ABFB-2E3E0D787D31}"/>
              </a:ext>
            </a:extLst>
          </p:cNvPr>
          <p:cNvSpPr>
            <a:spLocks noGrp="1"/>
          </p:cNvSpPr>
          <p:nvPr/>
        </p:nvSpPr>
        <p:spPr>
          <a:xfrm>
            <a:off x="6540246" y="1978117"/>
            <a:ext cx="49530" cy="49530"/>
          </a:xfrm>
          <a:prstGeom prst="ellipse">
            <a:avLst/>
          </a:prstGeom>
          <a:solidFill>
            <a:srgbClr val="FFFFFF"/>
          </a:solidFill>
          <a:ln w="10001">
            <a:solidFill>
              <a:srgbClr val="7858A6"/>
            </a:solidFill>
            <a:prstDash val="solid"/>
          </a:ln>
        </p:spPr>
      </p:sp>
      <p:sp>
        <p:nvSpPr>
          <p:cNvPr id="346" name="FIG2_ADAPTIVE_SCORES__NODE_6">
            <a:extLst>
              <a:ext uri="{FF2B5EF4-FFF2-40B4-BE49-F238E27FC236}">
                <a16:creationId xmlns:a16="http://schemas.microsoft.com/office/drawing/2014/main" id="{68742570-1659-4ED7-B326-7ABE29A43AB1}"/>
              </a:ext>
            </a:extLst>
          </p:cNvPr>
          <p:cNvSpPr>
            <a:spLocks noGrp="1"/>
          </p:cNvSpPr>
          <p:nvPr/>
        </p:nvSpPr>
        <p:spPr>
          <a:xfrm>
            <a:off x="6403086" y="1928587"/>
            <a:ext cx="49530" cy="49530"/>
          </a:xfrm>
          <a:prstGeom prst="ellipse">
            <a:avLst/>
          </a:prstGeom>
          <a:solidFill>
            <a:srgbClr val="FFFFFF"/>
          </a:solidFill>
          <a:ln w="10001">
            <a:solidFill>
              <a:srgbClr val="7858A6"/>
            </a:solidFill>
            <a:prstDash val="solid"/>
          </a:ln>
        </p:spPr>
      </p:sp>
      <p:sp>
        <p:nvSpPr>
          <p:cNvPr id="347" name="FIG2_ADAPTIVE_SCORES__LABEL">
            <a:extLst>
              <a:ext uri="{FF2B5EF4-FFF2-40B4-BE49-F238E27FC236}">
                <a16:creationId xmlns:a16="http://schemas.microsoft.com/office/drawing/2014/main" id="{A73AD9DB-D2A1-49D8-9B14-604CE0346A4F}"/>
              </a:ext>
            </a:extLst>
          </p:cNvPr>
          <p:cNvSpPr>
            <a:spLocks noGrp="1"/>
          </p:cNvSpPr>
          <p:nvPr/>
        </p:nvSpPr>
        <p:spPr>
          <a:xfrm>
            <a:off x="6048375" y="2130136"/>
            <a:ext cx="914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288" tIns="4763" rIns="14288" bIns="4763" anchor="ctr">
            <a:noAutofit/>
          </a:bodyPr>
          <a:lstStyle/>
          <a:p>
            <a:pPr algn="ctr">
              <a:def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Edge</a:t>
            </a:r>
          </a:p>
          <a:p>
            <a:pPr algn="ctr">
              <a:def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Importance</a:t>
            </a:r>
          </a:p>
        </p:txBody>
      </p:sp>
      <p:sp>
        <p:nvSpPr>
          <p:cNvPr id="348" name="FIG2_ADAPTIVE_MASK__STENCIL">
            <a:extLst>
              <a:ext uri="{FF2B5EF4-FFF2-40B4-BE49-F238E27FC236}">
                <a16:creationId xmlns:a16="http://schemas.microsoft.com/office/drawing/2014/main" id="{A7DD11B4-D826-4BB2-932E-0C0E4DBC9A17}"/>
              </a:ext>
            </a:extLst>
          </p:cNvPr>
          <p:cNvSpPr>
            <a:spLocks noGrp="1"/>
          </p:cNvSpPr>
          <p:nvPr/>
        </p:nvSpPr>
        <p:spPr>
          <a:xfrm>
            <a:off x="6858000" y="1082386"/>
            <a:ext cx="409575" cy="3429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349" name="FIG2_ADAPTIVE_MASK__STENCIL__EDGE_1">
            <a:extLst>
              <a:ext uri="{FF2B5EF4-FFF2-40B4-BE49-F238E27FC236}">
                <a16:creationId xmlns:a16="http://schemas.microsoft.com/office/drawing/2014/main" id="{75346951-77DC-48F2-A3D5-0CE6E7050138}"/>
              </a:ext>
            </a:extLst>
          </p:cNvPr>
          <p:cNvSpPr>
            <a:spLocks noGrp="1"/>
          </p:cNvSpPr>
          <p:nvPr/>
        </p:nvSpPr>
        <p:spPr>
          <a:xfrm flipV="1">
            <a:off x="6898958" y="1144108"/>
            <a:ext cx="73724" cy="116586"/>
          </a:xfrm>
          <a:prstGeom prst="line">
            <a:avLst/>
          </a:prstGeom>
          <a:noFill/>
          <a:ln w="7620">
            <a:solidFill>
              <a:srgbClr val="66879A"/>
            </a:solidFill>
            <a:prstDash val="solid"/>
          </a:ln>
        </p:spPr>
      </p:sp>
      <p:sp>
        <p:nvSpPr>
          <p:cNvPr id="350" name="FIG2_ADAPTIVE_MASK__STENCIL__EDGE_2">
            <a:extLst>
              <a:ext uri="{FF2B5EF4-FFF2-40B4-BE49-F238E27FC236}">
                <a16:creationId xmlns:a16="http://schemas.microsoft.com/office/drawing/2014/main" id="{4E84434C-EACB-46B5-96B0-D3F0B6E2AC0F}"/>
              </a:ext>
            </a:extLst>
          </p:cNvPr>
          <p:cNvSpPr>
            <a:spLocks noGrp="1"/>
          </p:cNvSpPr>
          <p:nvPr/>
        </p:nvSpPr>
        <p:spPr>
          <a:xfrm>
            <a:off x="6898958" y="1260694"/>
            <a:ext cx="94202" cy="68580"/>
          </a:xfrm>
          <a:prstGeom prst="line">
            <a:avLst/>
          </a:prstGeom>
          <a:noFill/>
          <a:ln w="7620">
            <a:solidFill>
              <a:srgbClr val="66879A"/>
            </a:solidFill>
            <a:prstDash val="solid"/>
          </a:ln>
        </p:spPr>
      </p:sp>
      <p:sp>
        <p:nvSpPr>
          <p:cNvPr id="351" name="FIG2_ADAPTIVE_MASK__STENCIL__EDGE_3">
            <a:extLst>
              <a:ext uri="{FF2B5EF4-FFF2-40B4-BE49-F238E27FC236}">
                <a16:creationId xmlns:a16="http://schemas.microsoft.com/office/drawing/2014/main" id="{7A4CC91B-FFC6-409D-AB48-047B847A8CBC}"/>
              </a:ext>
            </a:extLst>
          </p:cNvPr>
          <p:cNvSpPr>
            <a:spLocks noGrp="1"/>
          </p:cNvSpPr>
          <p:nvPr/>
        </p:nvSpPr>
        <p:spPr>
          <a:xfrm>
            <a:off x="6972681" y="1144108"/>
            <a:ext cx="102394" cy="24003"/>
          </a:xfrm>
          <a:prstGeom prst="line">
            <a:avLst/>
          </a:prstGeom>
          <a:noFill/>
          <a:ln w="7620">
            <a:solidFill>
              <a:srgbClr val="66879A"/>
            </a:solidFill>
            <a:prstDash val="solid"/>
          </a:ln>
        </p:spPr>
      </p:sp>
      <p:sp>
        <p:nvSpPr>
          <p:cNvPr id="352" name="FIG2_ADAPTIVE_MASK__STENCIL__EDGE_4">
            <a:extLst>
              <a:ext uri="{FF2B5EF4-FFF2-40B4-BE49-F238E27FC236}">
                <a16:creationId xmlns:a16="http://schemas.microsoft.com/office/drawing/2014/main" id="{ECAF762B-DE0D-44E8-A26C-441B9B0F6474}"/>
              </a:ext>
            </a:extLst>
          </p:cNvPr>
          <p:cNvSpPr>
            <a:spLocks noGrp="1"/>
          </p:cNvSpPr>
          <p:nvPr/>
        </p:nvSpPr>
        <p:spPr>
          <a:xfrm>
            <a:off x="6972681" y="1144108"/>
            <a:ext cx="20479" cy="185166"/>
          </a:xfrm>
          <a:prstGeom prst="line">
            <a:avLst/>
          </a:prstGeom>
          <a:noFill/>
          <a:ln w="7620">
            <a:solidFill>
              <a:srgbClr val="66879A"/>
            </a:solidFill>
            <a:prstDash val="solid"/>
          </a:ln>
        </p:spPr>
      </p:sp>
      <p:sp>
        <p:nvSpPr>
          <p:cNvPr id="353" name="FIG2_ADAPTIVE_MASK__STENCIL__EDGE_5">
            <a:extLst>
              <a:ext uri="{FF2B5EF4-FFF2-40B4-BE49-F238E27FC236}">
                <a16:creationId xmlns:a16="http://schemas.microsoft.com/office/drawing/2014/main" id="{6EBB58FB-E972-4698-ADEC-5E48E81F8333}"/>
              </a:ext>
            </a:extLst>
          </p:cNvPr>
          <p:cNvSpPr>
            <a:spLocks noGrp="1"/>
          </p:cNvSpPr>
          <p:nvPr/>
        </p:nvSpPr>
        <p:spPr>
          <a:xfrm flipH="1">
            <a:off x="6993160" y="1168111"/>
            <a:ext cx="81915" cy="161163"/>
          </a:xfrm>
          <a:prstGeom prst="line">
            <a:avLst/>
          </a:prstGeom>
          <a:noFill/>
          <a:ln w="7620">
            <a:solidFill>
              <a:srgbClr val="66879A"/>
            </a:solidFill>
            <a:prstDash val="solid"/>
          </a:ln>
        </p:spPr>
      </p:sp>
      <p:sp>
        <p:nvSpPr>
          <p:cNvPr id="354" name="FIG2_ADAPTIVE_MASK__STENCIL__EDGE_6">
            <a:extLst>
              <a:ext uri="{FF2B5EF4-FFF2-40B4-BE49-F238E27FC236}">
                <a16:creationId xmlns:a16="http://schemas.microsoft.com/office/drawing/2014/main" id="{9B85CD35-88C5-4D3C-9C17-A4C9391EC81E}"/>
              </a:ext>
            </a:extLst>
          </p:cNvPr>
          <p:cNvSpPr>
            <a:spLocks noGrp="1"/>
          </p:cNvSpPr>
          <p:nvPr/>
        </p:nvSpPr>
        <p:spPr>
          <a:xfrm flipH="1">
            <a:off x="7116032" y="1253836"/>
            <a:ext cx="77819" cy="109728"/>
          </a:xfrm>
          <a:prstGeom prst="line">
            <a:avLst/>
          </a:prstGeom>
          <a:noFill/>
          <a:ln w="7620">
            <a:solidFill>
              <a:srgbClr val="66879A"/>
            </a:solidFill>
            <a:prstDash val="solid"/>
          </a:ln>
        </p:spPr>
      </p:sp>
      <p:sp>
        <p:nvSpPr>
          <p:cNvPr id="355" name="FIG2_ADAPTIVE_MASK__STENCIL__EDGE_7">
            <a:extLst>
              <a:ext uri="{FF2B5EF4-FFF2-40B4-BE49-F238E27FC236}">
                <a16:creationId xmlns:a16="http://schemas.microsoft.com/office/drawing/2014/main" id="{4CA6BC0E-F5F2-40D6-8ED8-C8CACEB18781}"/>
              </a:ext>
            </a:extLst>
          </p:cNvPr>
          <p:cNvSpPr>
            <a:spLocks noGrp="1"/>
          </p:cNvSpPr>
          <p:nvPr/>
        </p:nvSpPr>
        <p:spPr>
          <a:xfrm flipH="1" flipV="1">
            <a:off x="6993160" y="1329274"/>
            <a:ext cx="122872" cy="34290"/>
          </a:xfrm>
          <a:prstGeom prst="line">
            <a:avLst/>
          </a:prstGeom>
          <a:noFill/>
          <a:ln w="7620">
            <a:solidFill>
              <a:srgbClr val="66879A"/>
            </a:solidFill>
            <a:prstDash val="solid"/>
          </a:ln>
        </p:spPr>
      </p:sp>
      <p:sp>
        <p:nvSpPr>
          <p:cNvPr id="356" name="FIG2_ADAPTIVE_MASK__STENCIL__NODE_1">
            <a:extLst>
              <a:ext uri="{FF2B5EF4-FFF2-40B4-BE49-F238E27FC236}">
                <a16:creationId xmlns:a16="http://schemas.microsoft.com/office/drawing/2014/main" id="{5610F363-C53E-4B6A-85B6-5B5B95E13235}"/>
              </a:ext>
            </a:extLst>
          </p:cNvPr>
          <p:cNvSpPr>
            <a:spLocks noGrp="1"/>
          </p:cNvSpPr>
          <p:nvPr/>
        </p:nvSpPr>
        <p:spPr>
          <a:xfrm>
            <a:off x="6878955" y="1240692"/>
            <a:ext cx="40005" cy="40005"/>
          </a:xfrm>
          <a:prstGeom prst="ellipse">
            <a:avLst/>
          </a:prstGeom>
          <a:solidFill>
            <a:srgbClr val="FFFFFF"/>
          </a:solidFill>
          <a:ln w="10001">
            <a:solidFill>
              <a:srgbClr val="66879A"/>
            </a:solidFill>
            <a:prstDash val="solid"/>
          </a:ln>
        </p:spPr>
      </p:sp>
      <p:sp>
        <p:nvSpPr>
          <p:cNvPr id="357" name="FIG2_ADAPTIVE_MASK__STENCIL__NODE_2">
            <a:extLst>
              <a:ext uri="{FF2B5EF4-FFF2-40B4-BE49-F238E27FC236}">
                <a16:creationId xmlns:a16="http://schemas.microsoft.com/office/drawing/2014/main" id="{5B203336-9276-4924-B29D-4C0030654779}"/>
              </a:ext>
            </a:extLst>
          </p:cNvPr>
          <p:cNvSpPr>
            <a:spLocks noGrp="1"/>
          </p:cNvSpPr>
          <p:nvPr/>
        </p:nvSpPr>
        <p:spPr>
          <a:xfrm>
            <a:off x="6952678" y="1124106"/>
            <a:ext cx="40005" cy="40005"/>
          </a:xfrm>
          <a:prstGeom prst="ellipse">
            <a:avLst/>
          </a:prstGeom>
          <a:solidFill>
            <a:srgbClr val="FFFFFF"/>
          </a:solidFill>
          <a:ln w="10001">
            <a:solidFill>
              <a:srgbClr val="66879A"/>
            </a:solidFill>
            <a:prstDash val="solid"/>
          </a:ln>
        </p:spPr>
      </p:sp>
      <p:sp>
        <p:nvSpPr>
          <p:cNvPr id="358" name="FIG2_ADAPTIVE_MASK__STENCIL__NODE_3">
            <a:extLst>
              <a:ext uri="{FF2B5EF4-FFF2-40B4-BE49-F238E27FC236}">
                <a16:creationId xmlns:a16="http://schemas.microsoft.com/office/drawing/2014/main" id="{29411C51-42EC-43C6-8BC9-3202154CD78A}"/>
              </a:ext>
            </a:extLst>
          </p:cNvPr>
          <p:cNvSpPr>
            <a:spLocks noGrp="1"/>
          </p:cNvSpPr>
          <p:nvPr/>
        </p:nvSpPr>
        <p:spPr>
          <a:xfrm>
            <a:off x="7055072" y="1148109"/>
            <a:ext cx="40005" cy="40005"/>
          </a:xfrm>
          <a:prstGeom prst="ellipse">
            <a:avLst/>
          </a:prstGeom>
          <a:solidFill>
            <a:srgbClr val="FFFFFF"/>
          </a:solidFill>
          <a:ln w="10001">
            <a:solidFill>
              <a:srgbClr val="66879A"/>
            </a:solidFill>
            <a:prstDash val="solid"/>
          </a:ln>
        </p:spPr>
      </p:sp>
      <p:sp>
        <p:nvSpPr>
          <p:cNvPr id="359" name="FIG2_ADAPTIVE_MASK__STENCIL__NODE_4">
            <a:extLst>
              <a:ext uri="{FF2B5EF4-FFF2-40B4-BE49-F238E27FC236}">
                <a16:creationId xmlns:a16="http://schemas.microsoft.com/office/drawing/2014/main" id="{3372368A-E85B-4B4E-9C91-48A18FACC23F}"/>
              </a:ext>
            </a:extLst>
          </p:cNvPr>
          <p:cNvSpPr>
            <a:spLocks noGrp="1"/>
          </p:cNvSpPr>
          <p:nvPr/>
        </p:nvSpPr>
        <p:spPr>
          <a:xfrm>
            <a:off x="7173849" y="1233834"/>
            <a:ext cx="40005" cy="40005"/>
          </a:xfrm>
          <a:prstGeom prst="ellipse">
            <a:avLst/>
          </a:prstGeom>
          <a:solidFill>
            <a:srgbClr val="FFFFFF"/>
          </a:solidFill>
          <a:ln w="10001">
            <a:solidFill>
              <a:srgbClr val="66879A"/>
            </a:solidFill>
            <a:prstDash val="solid"/>
          </a:ln>
        </p:spPr>
      </p:sp>
      <p:sp>
        <p:nvSpPr>
          <p:cNvPr id="360" name="FIG2_ADAPTIVE_MASK__STENCIL__NODE_5">
            <a:extLst>
              <a:ext uri="{FF2B5EF4-FFF2-40B4-BE49-F238E27FC236}">
                <a16:creationId xmlns:a16="http://schemas.microsoft.com/office/drawing/2014/main" id="{DA2A9171-5624-40CE-A508-0835FF7D43C5}"/>
              </a:ext>
            </a:extLst>
          </p:cNvPr>
          <p:cNvSpPr>
            <a:spLocks noGrp="1"/>
          </p:cNvSpPr>
          <p:nvPr/>
        </p:nvSpPr>
        <p:spPr>
          <a:xfrm>
            <a:off x="7096030" y="1343562"/>
            <a:ext cx="40005" cy="40005"/>
          </a:xfrm>
          <a:prstGeom prst="ellipse">
            <a:avLst/>
          </a:prstGeom>
          <a:solidFill>
            <a:srgbClr val="FFFFFF"/>
          </a:solidFill>
          <a:ln w="10001">
            <a:solidFill>
              <a:srgbClr val="66879A"/>
            </a:solidFill>
            <a:prstDash val="solid"/>
          </a:ln>
        </p:spPr>
      </p:sp>
      <p:sp>
        <p:nvSpPr>
          <p:cNvPr id="361" name="FIG2_ADAPTIVE_MASK__STENCIL__NODE_6">
            <a:extLst>
              <a:ext uri="{FF2B5EF4-FFF2-40B4-BE49-F238E27FC236}">
                <a16:creationId xmlns:a16="http://schemas.microsoft.com/office/drawing/2014/main" id="{7B4EC042-FBC1-4A88-9AB2-AD4DC6E1237C}"/>
              </a:ext>
            </a:extLst>
          </p:cNvPr>
          <p:cNvSpPr>
            <a:spLocks noGrp="1"/>
          </p:cNvSpPr>
          <p:nvPr/>
        </p:nvSpPr>
        <p:spPr>
          <a:xfrm>
            <a:off x="6973157" y="1309272"/>
            <a:ext cx="40005" cy="40005"/>
          </a:xfrm>
          <a:prstGeom prst="ellipse">
            <a:avLst/>
          </a:prstGeom>
          <a:solidFill>
            <a:srgbClr val="FFFFFF"/>
          </a:solidFill>
          <a:ln w="10001">
            <a:solidFill>
              <a:srgbClr val="66879A"/>
            </a:solidFill>
            <a:prstDash val="solid"/>
          </a:ln>
        </p:spPr>
      </p:sp>
      <p:sp>
        <p:nvSpPr>
          <p:cNvPr id="362" name="FIG2_ADAPTIVE_MASK__STENCIL_LABEL">
            <a:extLst>
              <a:ext uri="{FF2B5EF4-FFF2-40B4-BE49-F238E27FC236}">
                <a16:creationId xmlns:a16="http://schemas.microsoft.com/office/drawing/2014/main" id="{33F28A30-531C-4E24-83D6-47503B2352C3}"/>
              </a:ext>
            </a:extLst>
          </p:cNvPr>
          <p:cNvSpPr>
            <a:spLocks noGrp="1"/>
          </p:cNvSpPr>
          <p:nvPr/>
        </p:nvSpPr>
        <p:spPr>
          <a:xfrm>
            <a:off x="6705600" y="691861"/>
            <a:ext cx="704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288" tIns="4763" rIns="14288" bIns="4763" anchor="ctr">
            <a:noAutofit/>
          </a:bodyPr>
          <a:lstStyle/>
          <a:p>
            <a:pPr algn="ctr">
              <a:def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Support</a:t>
            </a:r>
          </a:p>
          <a:p>
            <a:pPr algn="ctr">
              <a:def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Mask</a:t>
            </a:r>
          </a:p>
        </p:txBody>
      </p:sp>
      <p:sp>
        <p:nvSpPr>
          <p:cNvPr id="363" name="FIG2_ADAPTIVE_MASK">
            <a:extLst>
              <a:ext uri="{FF2B5EF4-FFF2-40B4-BE49-F238E27FC236}">
                <a16:creationId xmlns:a16="http://schemas.microsoft.com/office/drawing/2014/main" id="{8DF4519F-B51B-4F36-AEAA-45C200719ECB}"/>
              </a:ext>
            </a:extLst>
          </p:cNvPr>
          <p:cNvSpPr>
            <a:spLocks noGrp="1"/>
          </p:cNvSpPr>
          <p:nvPr/>
        </p:nvSpPr>
        <p:spPr>
          <a:xfrm>
            <a:off x="6838950" y="1596736"/>
            <a:ext cx="438150" cy="4953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364" name="FIG2_ADAPTIVE_MASK__EDGE_1">
            <a:extLst>
              <a:ext uri="{FF2B5EF4-FFF2-40B4-BE49-F238E27FC236}">
                <a16:creationId xmlns:a16="http://schemas.microsoft.com/office/drawing/2014/main" id="{274C2207-EF16-469D-B4D0-D3BB65ACF3C0}"/>
              </a:ext>
            </a:extLst>
          </p:cNvPr>
          <p:cNvSpPr>
            <a:spLocks noGrp="1"/>
          </p:cNvSpPr>
          <p:nvPr/>
        </p:nvSpPr>
        <p:spPr>
          <a:xfrm flipV="1">
            <a:off x="6882765" y="1685890"/>
            <a:ext cx="78867" cy="168402"/>
          </a:xfrm>
          <a:prstGeom prst="line">
            <a:avLst/>
          </a:prstGeom>
          <a:noFill/>
          <a:ln w="10478">
            <a:solidFill>
              <a:srgbClr val="7858A6"/>
            </a:solidFill>
            <a:prstDash val="solid"/>
          </a:ln>
        </p:spPr>
      </p:sp>
      <p:sp>
        <p:nvSpPr>
          <p:cNvPr id="365" name="FIG2_ADAPTIVE_MASK__EDGE_2">
            <a:extLst>
              <a:ext uri="{FF2B5EF4-FFF2-40B4-BE49-F238E27FC236}">
                <a16:creationId xmlns:a16="http://schemas.microsoft.com/office/drawing/2014/main" id="{C0EB6242-A7A0-4D90-A6CA-D41177DEDAEA}"/>
              </a:ext>
            </a:extLst>
          </p:cNvPr>
          <p:cNvSpPr>
            <a:spLocks noGrp="1"/>
          </p:cNvSpPr>
          <p:nvPr/>
        </p:nvSpPr>
        <p:spPr>
          <a:xfrm>
            <a:off x="6882765" y="1854292"/>
            <a:ext cx="100774" cy="99060"/>
          </a:xfrm>
          <a:prstGeom prst="line">
            <a:avLst/>
          </a:prstGeom>
          <a:noFill/>
          <a:ln w="16193">
            <a:solidFill>
              <a:srgbClr val="7858A6"/>
            </a:solidFill>
            <a:prstDash val="solid"/>
          </a:ln>
        </p:spPr>
      </p:sp>
      <p:sp>
        <p:nvSpPr>
          <p:cNvPr id="366" name="FIG2_ADAPTIVE_MASK__EDGE_3">
            <a:extLst>
              <a:ext uri="{FF2B5EF4-FFF2-40B4-BE49-F238E27FC236}">
                <a16:creationId xmlns:a16="http://schemas.microsoft.com/office/drawing/2014/main" id="{31D972A3-0B83-4335-805F-F625B182BF72}"/>
              </a:ext>
            </a:extLst>
          </p:cNvPr>
          <p:cNvSpPr>
            <a:spLocks noGrp="1"/>
          </p:cNvSpPr>
          <p:nvPr/>
        </p:nvSpPr>
        <p:spPr>
          <a:xfrm>
            <a:off x="6961632" y="1685890"/>
            <a:ext cx="109538" cy="34671"/>
          </a:xfrm>
          <a:prstGeom prst="line">
            <a:avLst/>
          </a:prstGeom>
          <a:noFill/>
          <a:ln w="11430">
            <a:solidFill>
              <a:srgbClr val="7858A6"/>
            </a:solidFill>
            <a:prstDash val="solid"/>
          </a:ln>
        </p:spPr>
      </p:sp>
      <p:sp>
        <p:nvSpPr>
          <p:cNvPr id="367" name="FIG2_ADAPTIVE_MASK__EDGE_4">
            <a:extLst>
              <a:ext uri="{FF2B5EF4-FFF2-40B4-BE49-F238E27FC236}">
                <a16:creationId xmlns:a16="http://schemas.microsoft.com/office/drawing/2014/main" id="{AD3F6C60-709A-43C6-B4E2-D1F2AF557A8C}"/>
              </a:ext>
            </a:extLst>
          </p:cNvPr>
          <p:cNvSpPr>
            <a:spLocks noGrp="1"/>
          </p:cNvSpPr>
          <p:nvPr/>
        </p:nvSpPr>
        <p:spPr>
          <a:xfrm>
            <a:off x="6961632" y="1685890"/>
            <a:ext cx="21907" cy="267462"/>
          </a:xfrm>
          <a:prstGeom prst="line">
            <a:avLst/>
          </a:prstGeom>
          <a:noFill/>
          <a:ln w="18098">
            <a:solidFill>
              <a:srgbClr val="7858A6"/>
            </a:solidFill>
            <a:prstDash val="solid"/>
          </a:ln>
        </p:spPr>
      </p:sp>
      <p:sp>
        <p:nvSpPr>
          <p:cNvPr id="368" name="FIG2_ADAPTIVE_MASK__EDGE_5">
            <a:extLst>
              <a:ext uri="{FF2B5EF4-FFF2-40B4-BE49-F238E27FC236}">
                <a16:creationId xmlns:a16="http://schemas.microsoft.com/office/drawing/2014/main" id="{1C6675F3-F002-4DBA-AF1E-B9678971E3E5}"/>
              </a:ext>
            </a:extLst>
          </p:cNvPr>
          <p:cNvSpPr>
            <a:spLocks noGrp="1"/>
          </p:cNvSpPr>
          <p:nvPr/>
        </p:nvSpPr>
        <p:spPr>
          <a:xfrm flipH="1">
            <a:off x="6983539" y="1720561"/>
            <a:ext cx="87630" cy="232791"/>
          </a:xfrm>
          <a:prstGeom prst="line">
            <a:avLst/>
          </a:prstGeom>
          <a:noFill/>
          <a:ln w="13335">
            <a:solidFill>
              <a:srgbClr val="7858A6"/>
            </a:solidFill>
            <a:prstDash val="solid"/>
          </a:ln>
        </p:spPr>
      </p:sp>
      <p:sp>
        <p:nvSpPr>
          <p:cNvPr id="369" name="FIG2_ADAPTIVE_MASK__EDGE_6">
            <a:extLst>
              <a:ext uri="{FF2B5EF4-FFF2-40B4-BE49-F238E27FC236}">
                <a16:creationId xmlns:a16="http://schemas.microsoft.com/office/drawing/2014/main" id="{AEF3A2F0-7873-4863-A53B-C35ED2D774EB}"/>
              </a:ext>
            </a:extLst>
          </p:cNvPr>
          <p:cNvSpPr>
            <a:spLocks noGrp="1"/>
          </p:cNvSpPr>
          <p:nvPr/>
        </p:nvSpPr>
        <p:spPr>
          <a:xfrm flipH="1">
            <a:off x="7114985" y="1844386"/>
            <a:ext cx="83249" cy="158496"/>
          </a:xfrm>
          <a:prstGeom prst="line">
            <a:avLst/>
          </a:prstGeom>
          <a:noFill/>
          <a:ln w="15716">
            <a:solidFill>
              <a:srgbClr val="7858A6"/>
            </a:solidFill>
            <a:prstDash val="solid"/>
          </a:ln>
        </p:spPr>
      </p:sp>
      <p:sp>
        <p:nvSpPr>
          <p:cNvPr id="370" name="FIG2_ADAPTIVE_MASK__EDGE_7">
            <a:extLst>
              <a:ext uri="{FF2B5EF4-FFF2-40B4-BE49-F238E27FC236}">
                <a16:creationId xmlns:a16="http://schemas.microsoft.com/office/drawing/2014/main" id="{E134D78D-7671-4437-9886-1706EC6B7BE3}"/>
              </a:ext>
            </a:extLst>
          </p:cNvPr>
          <p:cNvSpPr>
            <a:spLocks noGrp="1"/>
          </p:cNvSpPr>
          <p:nvPr/>
        </p:nvSpPr>
        <p:spPr>
          <a:xfrm flipH="1" flipV="1">
            <a:off x="6983539" y="1953352"/>
            <a:ext cx="131445" cy="49530"/>
          </a:xfrm>
          <a:prstGeom prst="line">
            <a:avLst/>
          </a:prstGeom>
          <a:noFill/>
          <a:ln w="9525">
            <a:solidFill>
              <a:srgbClr val="7858A6"/>
            </a:solidFill>
            <a:prstDash val="solid"/>
          </a:ln>
        </p:spPr>
      </p:sp>
      <p:sp>
        <p:nvSpPr>
          <p:cNvPr id="371" name="FIG2_ADAPTIVE_MASK__EDGE_8">
            <a:extLst>
              <a:ext uri="{FF2B5EF4-FFF2-40B4-BE49-F238E27FC236}">
                <a16:creationId xmlns:a16="http://schemas.microsoft.com/office/drawing/2014/main" id="{7B7CC0B6-2071-4801-B381-F7104EC3D6D6}"/>
              </a:ext>
            </a:extLst>
          </p:cNvPr>
          <p:cNvSpPr>
            <a:spLocks noGrp="1"/>
          </p:cNvSpPr>
          <p:nvPr/>
        </p:nvSpPr>
        <p:spPr>
          <a:xfrm>
            <a:off x="7071170" y="1720561"/>
            <a:ext cx="127064" cy="123825"/>
          </a:xfrm>
          <a:prstGeom prst="line">
            <a:avLst/>
          </a:prstGeom>
          <a:noFill/>
          <a:ln w="6668">
            <a:solidFill>
              <a:srgbClr val="B7BEC4"/>
            </a:solidFill>
            <a:prstDash val="dash"/>
          </a:ln>
        </p:spPr>
      </p:sp>
      <p:sp>
        <p:nvSpPr>
          <p:cNvPr id="372" name="FIG2_ADAPTIVE_MASK__EDGE_9">
            <a:extLst>
              <a:ext uri="{FF2B5EF4-FFF2-40B4-BE49-F238E27FC236}">
                <a16:creationId xmlns:a16="http://schemas.microsoft.com/office/drawing/2014/main" id="{B4AFA10D-51C3-4E0D-B45C-BF502C98EB90}"/>
              </a:ext>
            </a:extLst>
          </p:cNvPr>
          <p:cNvSpPr>
            <a:spLocks noGrp="1"/>
          </p:cNvSpPr>
          <p:nvPr/>
        </p:nvSpPr>
        <p:spPr>
          <a:xfrm>
            <a:off x="7071170" y="1720561"/>
            <a:ext cx="43815" cy="282321"/>
          </a:xfrm>
          <a:prstGeom prst="line">
            <a:avLst/>
          </a:prstGeom>
          <a:noFill/>
          <a:ln w="6668">
            <a:solidFill>
              <a:srgbClr val="B7BEC4"/>
            </a:solidFill>
            <a:prstDash val="dash"/>
          </a:ln>
        </p:spPr>
      </p:sp>
      <p:sp>
        <p:nvSpPr>
          <p:cNvPr id="373" name="FIG2_ADAPTIVE_MASK__NODE_1">
            <a:extLst>
              <a:ext uri="{FF2B5EF4-FFF2-40B4-BE49-F238E27FC236}">
                <a16:creationId xmlns:a16="http://schemas.microsoft.com/office/drawing/2014/main" id="{8781532C-8EA1-47F5-A41A-C3C315587807}"/>
              </a:ext>
            </a:extLst>
          </p:cNvPr>
          <p:cNvSpPr>
            <a:spLocks noGrp="1"/>
          </p:cNvSpPr>
          <p:nvPr/>
        </p:nvSpPr>
        <p:spPr>
          <a:xfrm>
            <a:off x="6858000" y="1829527"/>
            <a:ext cx="49530" cy="49530"/>
          </a:xfrm>
          <a:prstGeom prst="ellipse">
            <a:avLst/>
          </a:prstGeom>
          <a:solidFill>
            <a:srgbClr val="FFFFFF"/>
          </a:solidFill>
          <a:ln w="10001">
            <a:solidFill>
              <a:srgbClr val="7858A6"/>
            </a:solidFill>
            <a:prstDash val="solid"/>
          </a:ln>
        </p:spPr>
      </p:sp>
      <p:sp>
        <p:nvSpPr>
          <p:cNvPr id="374" name="FIG2_ADAPTIVE_MASK__NODE_2">
            <a:extLst>
              <a:ext uri="{FF2B5EF4-FFF2-40B4-BE49-F238E27FC236}">
                <a16:creationId xmlns:a16="http://schemas.microsoft.com/office/drawing/2014/main" id="{3D1E327C-AB89-44C6-A001-96F6F088C820}"/>
              </a:ext>
            </a:extLst>
          </p:cNvPr>
          <p:cNvSpPr>
            <a:spLocks noGrp="1"/>
          </p:cNvSpPr>
          <p:nvPr/>
        </p:nvSpPr>
        <p:spPr>
          <a:xfrm>
            <a:off x="6936867" y="1661125"/>
            <a:ext cx="49530" cy="49530"/>
          </a:xfrm>
          <a:prstGeom prst="ellipse">
            <a:avLst/>
          </a:prstGeom>
          <a:solidFill>
            <a:srgbClr val="FFFFFF"/>
          </a:solidFill>
          <a:ln w="10001">
            <a:solidFill>
              <a:srgbClr val="7858A6"/>
            </a:solidFill>
            <a:prstDash val="solid"/>
          </a:ln>
        </p:spPr>
      </p:sp>
      <p:sp>
        <p:nvSpPr>
          <p:cNvPr id="375" name="FIG2_ADAPTIVE_MASK__NODE_3">
            <a:extLst>
              <a:ext uri="{FF2B5EF4-FFF2-40B4-BE49-F238E27FC236}">
                <a16:creationId xmlns:a16="http://schemas.microsoft.com/office/drawing/2014/main" id="{1E4110A2-D712-4987-A5BA-CA700EA828F6}"/>
              </a:ext>
            </a:extLst>
          </p:cNvPr>
          <p:cNvSpPr>
            <a:spLocks noGrp="1"/>
          </p:cNvSpPr>
          <p:nvPr/>
        </p:nvSpPr>
        <p:spPr>
          <a:xfrm>
            <a:off x="7046405" y="1695796"/>
            <a:ext cx="49530" cy="49530"/>
          </a:xfrm>
          <a:prstGeom prst="ellipse">
            <a:avLst/>
          </a:prstGeom>
          <a:solidFill>
            <a:srgbClr val="FFFFFF"/>
          </a:solidFill>
          <a:ln w="10001">
            <a:solidFill>
              <a:srgbClr val="7858A6"/>
            </a:solidFill>
            <a:prstDash val="solid"/>
          </a:ln>
        </p:spPr>
      </p:sp>
      <p:sp>
        <p:nvSpPr>
          <p:cNvPr id="376" name="FIG2_ADAPTIVE_MASK__NODE_4">
            <a:extLst>
              <a:ext uri="{FF2B5EF4-FFF2-40B4-BE49-F238E27FC236}">
                <a16:creationId xmlns:a16="http://schemas.microsoft.com/office/drawing/2014/main" id="{DCFFD6AA-7FC0-41FE-9B4B-0D869B2849AF}"/>
              </a:ext>
            </a:extLst>
          </p:cNvPr>
          <p:cNvSpPr>
            <a:spLocks noGrp="1"/>
          </p:cNvSpPr>
          <p:nvPr/>
        </p:nvSpPr>
        <p:spPr>
          <a:xfrm>
            <a:off x="7173468" y="1819621"/>
            <a:ext cx="49530" cy="49530"/>
          </a:xfrm>
          <a:prstGeom prst="ellipse">
            <a:avLst/>
          </a:prstGeom>
          <a:solidFill>
            <a:srgbClr val="FFFFFF"/>
          </a:solidFill>
          <a:ln w="10001">
            <a:solidFill>
              <a:srgbClr val="7858A6"/>
            </a:solidFill>
            <a:prstDash val="solid"/>
          </a:ln>
        </p:spPr>
      </p:sp>
      <p:sp>
        <p:nvSpPr>
          <p:cNvPr id="377" name="FIG2_ADAPTIVE_MASK__NODE_5">
            <a:extLst>
              <a:ext uri="{FF2B5EF4-FFF2-40B4-BE49-F238E27FC236}">
                <a16:creationId xmlns:a16="http://schemas.microsoft.com/office/drawing/2014/main" id="{07BC19F5-EC33-42F1-A3F9-7EA99E8BCA78}"/>
              </a:ext>
            </a:extLst>
          </p:cNvPr>
          <p:cNvSpPr>
            <a:spLocks noGrp="1"/>
          </p:cNvSpPr>
          <p:nvPr/>
        </p:nvSpPr>
        <p:spPr>
          <a:xfrm>
            <a:off x="7090220" y="1978117"/>
            <a:ext cx="49530" cy="49530"/>
          </a:xfrm>
          <a:prstGeom prst="ellipse">
            <a:avLst/>
          </a:prstGeom>
          <a:solidFill>
            <a:srgbClr val="FFFFFF"/>
          </a:solidFill>
          <a:ln w="10001">
            <a:solidFill>
              <a:srgbClr val="7858A6"/>
            </a:solidFill>
            <a:prstDash val="solid"/>
          </a:ln>
        </p:spPr>
      </p:sp>
      <p:sp>
        <p:nvSpPr>
          <p:cNvPr id="378" name="FIG2_ADAPTIVE_MASK__NODE_6">
            <a:extLst>
              <a:ext uri="{FF2B5EF4-FFF2-40B4-BE49-F238E27FC236}">
                <a16:creationId xmlns:a16="http://schemas.microsoft.com/office/drawing/2014/main" id="{0EFD5879-8FC8-4F51-8309-865725B9F12F}"/>
              </a:ext>
            </a:extLst>
          </p:cNvPr>
          <p:cNvSpPr>
            <a:spLocks noGrp="1"/>
          </p:cNvSpPr>
          <p:nvPr/>
        </p:nvSpPr>
        <p:spPr>
          <a:xfrm>
            <a:off x="6958774" y="1928587"/>
            <a:ext cx="49530" cy="49530"/>
          </a:xfrm>
          <a:prstGeom prst="ellipse">
            <a:avLst/>
          </a:prstGeom>
          <a:solidFill>
            <a:srgbClr val="FFFFFF"/>
          </a:solidFill>
          <a:ln w="10001">
            <a:solidFill>
              <a:srgbClr val="7858A6"/>
            </a:solidFill>
            <a:prstDash val="solid"/>
          </a:ln>
        </p:spPr>
      </p:sp>
      <p:sp>
        <p:nvSpPr>
          <p:cNvPr id="379" name="FIG2_ADAPTIVE_MASK__CROSS_7_A">
            <a:extLst>
              <a:ext uri="{FF2B5EF4-FFF2-40B4-BE49-F238E27FC236}">
                <a16:creationId xmlns:a16="http://schemas.microsoft.com/office/drawing/2014/main" id="{AB557FF9-3A08-4AC1-A764-2AA2074DF3E3}"/>
              </a:ext>
            </a:extLst>
          </p:cNvPr>
          <p:cNvSpPr>
            <a:spLocks noGrp="1"/>
          </p:cNvSpPr>
          <p:nvPr/>
        </p:nvSpPr>
        <p:spPr>
          <a:xfrm>
            <a:off x="7096601" y="1744374"/>
            <a:ext cx="76200" cy="76200"/>
          </a:xfrm>
          <a:prstGeom prst="line">
            <a:avLst/>
          </a:prstGeom>
          <a:noFill/>
          <a:ln w="11906">
            <a:solidFill>
              <a:srgbClr val="B86660"/>
            </a:solidFill>
            <a:prstDash val="solid"/>
          </a:ln>
        </p:spPr>
      </p:sp>
      <p:sp>
        <p:nvSpPr>
          <p:cNvPr id="380" name="FIG2_ADAPTIVE_MASK__CROSS_7_B">
            <a:extLst>
              <a:ext uri="{FF2B5EF4-FFF2-40B4-BE49-F238E27FC236}">
                <a16:creationId xmlns:a16="http://schemas.microsoft.com/office/drawing/2014/main" id="{18B30DC3-FA8E-4911-838E-FA3CF85FA47A}"/>
              </a:ext>
            </a:extLst>
          </p:cNvPr>
          <p:cNvSpPr>
            <a:spLocks noGrp="1"/>
          </p:cNvSpPr>
          <p:nvPr/>
        </p:nvSpPr>
        <p:spPr>
          <a:xfrm flipV="1">
            <a:off x="7096601" y="1744374"/>
            <a:ext cx="76200" cy="76200"/>
          </a:xfrm>
          <a:prstGeom prst="line">
            <a:avLst/>
          </a:prstGeom>
          <a:noFill/>
          <a:ln w="11906">
            <a:solidFill>
              <a:srgbClr val="B86660"/>
            </a:solidFill>
            <a:prstDash val="solid"/>
          </a:ln>
        </p:spPr>
      </p:sp>
      <p:sp>
        <p:nvSpPr>
          <p:cNvPr id="381" name="FIG2_ADAPTIVE_MASK__CROSS_8_A">
            <a:extLst>
              <a:ext uri="{FF2B5EF4-FFF2-40B4-BE49-F238E27FC236}">
                <a16:creationId xmlns:a16="http://schemas.microsoft.com/office/drawing/2014/main" id="{17ED7F4F-29A1-4892-9B33-316F4B222DBC}"/>
              </a:ext>
            </a:extLst>
          </p:cNvPr>
          <p:cNvSpPr>
            <a:spLocks noGrp="1"/>
          </p:cNvSpPr>
          <p:nvPr/>
        </p:nvSpPr>
        <p:spPr>
          <a:xfrm>
            <a:off x="7054977" y="1823622"/>
            <a:ext cx="76200" cy="76200"/>
          </a:xfrm>
          <a:prstGeom prst="line">
            <a:avLst/>
          </a:prstGeom>
          <a:noFill/>
          <a:ln w="11906">
            <a:solidFill>
              <a:srgbClr val="B86660"/>
            </a:solidFill>
            <a:prstDash val="solid"/>
          </a:ln>
        </p:spPr>
      </p:sp>
      <p:sp>
        <p:nvSpPr>
          <p:cNvPr id="382" name="FIG2_ADAPTIVE_MASK__CROSS_8_B">
            <a:extLst>
              <a:ext uri="{FF2B5EF4-FFF2-40B4-BE49-F238E27FC236}">
                <a16:creationId xmlns:a16="http://schemas.microsoft.com/office/drawing/2014/main" id="{31FB726F-6261-4257-A500-6793CAC41B2E}"/>
              </a:ext>
            </a:extLst>
          </p:cNvPr>
          <p:cNvSpPr>
            <a:spLocks noGrp="1"/>
          </p:cNvSpPr>
          <p:nvPr/>
        </p:nvSpPr>
        <p:spPr>
          <a:xfrm flipV="1">
            <a:off x="7054977" y="1823622"/>
            <a:ext cx="76200" cy="76200"/>
          </a:xfrm>
          <a:prstGeom prst="line">
            <a:avLst/>
          </a:prstGeom>
          <a:noFill/>
          <a:ln w="11906">
            <a:solidFill>
              <a:srgbClr val="B86660"/>
            </a:solidFill>
            <a:prstDash val="solid"/>
          </a:ln>
        </p:spPr>
      </p:sp>
      <p:cxnSp>
        <p:nvCxnSpPr>
          <p:cNvPr id="799" name="FIG2_ADAPTIVE_MASK__APPLY"/>
          <p:cNvCxnSpPr>
            <a:stCxn id="348" idx="2"/>
            <a:endCxn id="363" idx="0"/>
          </p:cNvCxnSpPr>
          <p:nvPr/>
        </p:nvCxnSpPr>
        <p:spPr>
          <a:xfrm flipH="1">
            <a:off x="7058025" y="1425286"/>
            <a:ext cx="4763" cy="171450"/>
          </a:xfrm>
          <a:prstGeom prst="straightConnector1">
            <a:avLst/>
          </a:prstGeom>
          <a:ln w="11906">
            <a:solidFill>
              <a:srgbClr val="66879A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84" name="FIG2_ADAPTIVE_MASK__LABEL">
            <a:extLst>
              <a:ext uri="{FF2B5EF4-FFF2-40B4-BE49-F238E27FC236}">
                <a16:creationId xmlns:a16="http://schemas.microsoft.com/office/drawing/2014/main" id="{98835C2E-1029-474F-92D9-F04975791317}"/>
              </a:ext>
            </a:extLst>
          </p:cNvPr>
          <p:cNvSpPr>
            <a:spLocks noGrp="1"/>
          </p:cNvSpPr>
          <p:nvPr/>
        </p:nvSpPr>
        <p:spPr>
          <a:xfrm>
            <a:off x="6619875" y="2606386"/>
            <a:ext cx="914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288" tIns="4763" rIns="14288" bIns="4763" anchor="ctr">
            <a:noAutofit/>
          </a:bodyPr>
          <a:lstStyle/>
          <a:p>
            <a:pPr algn="ctr">
              <a:def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Remove</a:t>
            </a:r>
          </a:p>
          <a:p>
            <a:pPr algn="ctr">
              <a:def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Unsupported</a:t>
            </a:r>
          </a:p>
          <a:p>
            <a:pPr algn="ctr">
              <a:def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Edges</a:t>
            </a:r>
          </a:p>
        </p:txBody>
      </p:sp>
      <p:sp>
        <p:nvSpPr>
          <p:cNvPr id="385" name="FIG2_ADAPTIVE_MASK__ROW_NORM_LABEL">
            <a:extLst>
              <a:ext uri="{FF2B5EF4-FFF2-40B4-BE49-F238E27FC236}">
                <a16:creationId xmlns:a16="http://schemas.microsoft.com/office/drawing/2014/main" id="{5F7B5A86-2B45-43D8-9DBC-5E0E4F49DDA0}"/>
              </a:ext>
            </a:extLst>
          </p:cNvPr>
          <p:cNvSpPr>
            <a:spLocks noGrp="1"/>
          </p:cNvSpPr>
          <p:nvPr/>
        </p:nvSpPr>
        <p:spPr>
          <a:xfrm>
            <a:off x="7048500" y="1215736"/>
            <a:ext cx="1085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288" tIns="4763" rIns="14288" bIns="4763" anchor="ctr">
            <a:noAutofit/>
          </a:bodyPr>
          <a:lstStyle/>
          <a:p>
            <a:pPr algn="ctr">
              <a:def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0" b="0" i="0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Row</a:t>
            </a:r>
          </a:p>
          <a:p>
            <a:pPr algn="ctr">
              <a:def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0" b="0" i="0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Normalization</a:t>
            </a:r>
          </a:p>
        </p:txBody>
      </p:sp>
      <p:sp>
        <p:nvSpPr>
          <p:cNvPr id="386" name="FIG2_EFFECTIVE_GRAPH">
            <a:extLst>
              <a:ext uri="{FF2B5EF4-FFF2-40B4-BE49-F238E27FC236}">
                <a16:creationId xmlns:a16="http://schemas.microsoft.com/office/drawing/2014/main" id="{810510E5-FF68-403F-B69C-C317285D1DBC}"/>
              </a:ext>
            </a:extLst>
          </p:cNvPr>
          <p:cNvSpPr>
            <a:spLocks noGrp="1"/>
          </p:cNvSpPr>
          <p:nvPr/>
        </p:nvSpPr>
        <p:spPr>
          <a:xfrm>
            <a:off x="7686675" y="1558636"/>
            <a:ext cx="428625" cy="5524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387" name="FIG2_EFFECTIVE_GRAPH__EDGE_1">
            <a:extLst>
              <a:ext uri="{FF2B5EF4-FFF2-40B4-BE49-F238E27FC236}">
                <a16:creationId xmlns:a16="http://schemas.microsoft.com/office/drawing/2014/main" id="{6B12A0C9-D11C-4C78-9176-0EAF030A5437}"/>
              </a:ext>
            </a:extLst>
          </p:cNvPr>
          <p:cNvSpPr>
            <a:spLocks noGrp="1"/>
          </p:cNvSpPr>
          <p:nvPr/>
        </p:nvSpPr>
        <p:spPr>
          <a:xfrm flipV="1">
            <a:off x="7729538" y="1658077"/>
            <a:ext cx="77153" cy="187833"/>
          </a:xfrm>
          <a:prstGeom prst="line">
            <a:avLst/>
          </a:prstGeom>
          <a:noFill/>
          <a:ln w="7144">
            <a:solidFill>
              <a:srgbClr val="7858A6"/>
            </a:solidFill>
            <a:prstDash val="solid"/>
          </a:ln>
        </p:spPr>
      </p:sp>
      <p:sp>
        <p:nvSpPr>
          <p:cNvPr id="388" name="FIG2_EFFECTIVE_GRAPH__EDGE_2">
            <a:extLst>
              <a:ext uri="{FF2B5EF4-FFF2-40B4-BE49-F238E27FC236}">
                <a16:creationId xmlns:a16="http://schemas.microsoft.com/office/drawing/2014/main" id="{1878C6C0-94A3-41E0-A2A4-947A86D4B6E7}"/>
              </a:ext>
            </a:extLst>
          </p:cNvPr>
          <p:cNvSpPr>
            <a:spLocks noGrp="1"/>
          </p:cNvSpPr>
          <p:nvPr/>
        </p:nvSpPr>
        <p:spPr>
          <a:xfrm>
            <a:off x="7729538" y="1845910"/>
            <a:ext cx="98584" cy="110490"/>
          </a:xfrm>
          <a:prstGeom prst="line">
            <a:avLst/>
          </a:prstGeom>
          <a:noFill/>
          <a:ln w="20479">
            <a:solidFill>
              <a:srgbClr val="7858A6"/>
            </a:solidFill>
            <a:prstDash val="solid"/>
          </a:ln>
        </p:spPr>
      </p:sp>
      <p:sp>
        <p:nvSpPr>
          <p:cNvPr id="389" name="FIG2_EFFECTIVE_GRAPH__EDGE_3">
            <a:extLst>
              <a:ext uri="{FF2B5EF4-FFF2-40B4-BE49-F238E27FC236}">
                <a16:creationId xmlns:a16="http://schemas.microsoft.com/office/drawing/2014/main" id="{9541A3B6-2F5D-484B-826E-93D6FB30EBB4}"/>
              </a:ext>
            </a:extLst>
          </p:cNvPr>
          <p:cNvSpPr>
            <a:spLocks noGrp="1"/>
          </p:cNvSpPr>
          <p:nvPr/>
        </p:nvSpPr>
        <p:spPr>
          <a:xfrm>
            <a:off x="7806690" y="1658077"/>
            <a:ext cx="107156" cy="38672"/>
          </a:xfrm>
          <a:prstGeom prst="line">
            <a:avLst/>
          </a:prstGeom>
          <a:noFill/>
          <a:ln w="10954">
            <a:solidFill>
              <a:srgbClr val="7858A6"/>
            </a:solidFill>
            <a:prstDash val="solid"/>
          </a:ln>
        </p:spPr>
      </p:sp>
      <p:sp>
        <p:nvSpPr>
          <p:cNvPr id="390" name="FIG2_EFFECTIVE_GRAPH__EDGE_4">
            <a:extLst>
              <a:ext uri="{FF2B5EF4-FFF2-40B4-BE49-F238E27FC236}">
                <a16:creationId xmlns:a16="http://schemas.microsoft.com/office/drawing/2014/main" id="{77826E4E-3CC5-4FB3-80BC-4906398BB665}"/>
              </a:ext>
            </a:extLst>
          </p:cNvPr>
          <p:cNvSpPr>
            <a:spLocks noGrp="1"/>
          </p:cNvSpPr>
          <p:nvPr/>
        </p:nvSpPr>
        <p:spPr>
          <a:xfrm>
            <a:off x="7806690" y="1658077"/>
            <a:ext cx="21431" cy="298323"/>
          </a:xfrm>
          <a:prstGeom prst="line">
            <a:avLst/>
          </a:prstGeom>
          <a:noFill/>
          <a:ln w="23336">
            <a:solidFill>
              <a:srgbClr val="7858A6"/>
            </a:solidFill>
            <a:prstDash val="solid"/>
          </a:ln>
        </p:spPr>
      </p:sp>
      <p:sp>
        <p:nvSpPr>
          <p:cNvPr id="391" name="FIG2_EFFECTIVE_GRAPH__EDGE_5">
            <a:extLst>
              <a:ext uri="{FF2B5EF4-FFF2-40B4-BE49-F238E27FC236}">
                <a16:creationId xmlns:a16="http://schemas.microsoft.com/office/drawing/2014/main" id="{7845EB24-16F5-4D86-A0D3-63A3DEC20BC5}"/>
              </a:ext>
            </a:extLst>
          </p:cNvPr>
          <p:cNvSpPr>
            <a:spLocks noGrp="1"/>
          </p:cNvSpPr>
          <p:nvPr/>
        </p:nvSpPr>
        <p:spPr>
          <a:xfrm flipH="1">
            <a:off x="7828121" y="1696749"/>
            <a:ext cx="85725" cy="259651"/>
          </a:xfrm>
          <a:prstGeom prst="line">
            <a:avLst/>
          </a:prstGeom>
          <a:noFill/>
          <a:ln w="13811">
            <a:solidFill>
              <a:srgbClr val="7858A6"/>
            </a:solidFill>
            <a:prstDash val="solid"/>
          </a:ln>
        </p:spPr>
      </p:sp>
      <p:sp>
        <p:nvSpPr>
          <p:cNvPr id="392" name="FIG2_EFFECTIVE_GRAPH__EDGE_6">
            <a:extLst>
              <a:ext uri="{FF2B5EF4-FFF2-40B4-BE49-F238E27FC236}">
                <a16:creationId xmlns:a16="http://schemas.microsoft.com/office/drawing/2014/main" id="{9FA2D28C-1B6E-4D47-BC73-72709D5AA737}"/>
              </a:ext>
            </a:extLst>
          </p:cNvPr>
          <p:cNvSpPr>
            <a:spLocks noGrp="1"/>
          </p:cNvSpPr>
          <p:nvPr/>
        </p:nvSpPr>
        <p:spPr>
          <a:xfrm flipH="1">
            <a:off x="7956709" y="1834861"/>
            <a:ext cx="81439" cy="176784"/>
          </a:xfrm>
          <a:prstGeom prst="line">
            <a:avLst/>
          </a:prstGeom>
          <a:noFill/>
          <a:ln w="18098">
            <a:solidFill>
              <a:srgbClr val="7858A6"/>
            </a:solidFill>
            <a:prstDash val="solid"/>
          </a:ln>
        </p:spPr>
      </p:sp>
      <p:sp>
        <p:nvSpPr>
          <p:cNvPr id="393" name="FIG2_EFFECTIVE_GRAPH__EDGE_7">
            <a:extLst>
              <a:ext uri="{FF2B5EF4-FFF2-40B4-BE49-F238E27FC236}">
                <a16:creationId xmlns:a16="http://schemas.microsoft.com/office/drawing/2014/main" id="{C7AEAB23-2120-41E7-BB70-984549C5D79D}"/>
              </a:ext>
            </a:extLst>
          </p:cNvPr>
          <p:cNvSpPr>
            <a:spLocks noGrp="1"/>
          </p:cNvSpPr>
          <p:nvPr/>
        </p:nvSpPr>
        <p:spPr>
          <a:xfrm flipH="1" flipV="1">
            <a:off x="7828121" y="1956400"/>
            <a:ext cx="128588" cy="55245"/>
          </a:xfrm>
          <a:prstGeom prst="line">
            <a:avLst/>
          </a:prstGeom>
          <a:noFill/>
          <a:ln w="9049">
            <a:solidFill>
              <a:srgbClr val="7858A6"/>
            </a:solidFill>
            <a:prstDash val="solid"/>
          </a:ln>
        </p:spPr>
      </p:sp>
      <p:sp>
        <p:nvSpPr>
          <p:cNvPr id="394" name="FIG2_EFFECTIVE_GRAPH__NODE_1">
            <a:extLst>
              <a:ext uri="{FF2B5EF4-FFF2-40B4-BE49-F238E27FC236}">
                <a16:creationId xmlns:a16="http://schemas.microsoft.com/office/drawing/2014/main" id="{EC11B731-E0FB-43AE-B198-C080496E84F4}"/>
              </a:ext>
            </a:extLst>
          </p:cNvPr>
          <p:cNvSpPr>
            <a:spLocks noGrp="1"/>
          </p:cNvSpPr>
          <p:nvPr/>
        </p:nvSpPr>
        <p:spPr>
          <a:xfrm>
            <a:off x="7704296" y="1820669"/>
            <a:ext cx="50483" cy="50483"/>
          </a:xfrm>
          <a:prstGeom prst="ellipse">
            <a:avLst/>
          </a:prstGeom>
          <a:solidFill>
            <a:srgbClr val="FFFFFF"/>
          </a:solidFill>
          <a:ln w="10001">
            <a:solidFill>
              <a:srgbClr val="7858A6"/>
            </a:solidFill>
            <a:prstDash val="solid"/>
          </a:ln>
        </p:spPr>
      </p:sp>
      <p:sp>
        <p:nvSpPr>
          <p:cNvPr id="395" name="FIG2_EFFECTIVE_GRAPH__NODE_2">
            <a:extLst>
              <a:ext uri="{FF2B5EF4-FFF2-40B4-BE49-F238E27FC236}">
                <a16:creationId xmlns:a16="http://schemas.microsoft.com/office/drawing/2014/main" id="{5AB69486-A824-4F30-97FA-F7F3BD616E8D}"/>
              </a:ext>
            </a:extLst>
          </p:cNvPr>
          <p:cNvSpPr>
            <a:spLocks noGrp="1"/>
          </p:cNvSpPr>
          <p:nvPr/>
        </p:nvSpPr>
        <p:spPr>
          <a:xfrm>
            <a:off x="7781449" y="1632836"/>
            <a:ext cx="50483" cy="50483"/>
          </a:xfrm>
          <a:prstGeom prst="ellipse">
            <a:avLst/>
          </a:prstGeom>
          <a:solidFill>
            <a:srgbClr val="FFFFFF"/>
          </a:solidFill>
          <a:ln w="10001">
            <a:solidFill>
              <a:srgbClr val="7858A6"/>
            </a:solidFill>
            <a:prstDash val="solid"/>
          </a:ln>
        </p:spPr>
      </p:sp>
      <p:sp>
        <p:nvSpPr>
          <p:cNvPr id="396" name="FIG2_EFFECTIVE_GRAPH__NODE_3">
            <a:extLst>
              <a:ext uri="{FF2B5EF4-FFF2-40B4-BE49-F238E27FC236}">
                <a16:creationId xmlns:a16="http://schemas.microsoft.com/office/drawing/2014/main" id="{A07BF2A4-E478-41CF-AD32-9F3243A6D6A0}"/>
              </a:ext>
            </a:extLst>
          </p:cNvPr>
          <p:cNvSpPr>
            <a:spLocks noGrp="1"/>
          </p:cNvSpPr>
          <p:nvPr/>
        </p:nvSpPr>
        <p:spPr>
          <a:xfrm>
            <a:off x="7888605" y="1671507"/>
            <a:ext cx="50483" cy="50483"/>
          </a:xfrm>
          <a:prstGeom prst="ellipse">
            <a:avLst/>
          </a:prstGeom>
          <a:solidFill>
            <a:srgbClr val="FFFFFF"/>
          </a:solidFill>
          <a:ln w="10001">
            <a:solidFill>
              <a:srgbClr val="7858A6"/>
            </a:solidFill>
            <a:prstDash val="solid"/>
          </a:ln>
        </p:spPr>
      </p:sp>
      <p:sp>
        <p:nvSpPr>
          <p:cNvPr id="397" name="FIG2_EFFECTIVE_GRAPH__NODE_4">
            <a:extLst>
              <a:ext uri="{FF2B5EF4-FFF2-40B4-BE49-F238E27FC236}">
                <a16:creationId xmlns:a16="http://schemas.microsoft.com/office/drawing/2014/main" id="{3438C8DB-14CF-4697-9EB0-42E778120F5A}"/>
              </a:ext>
            </a:extLst>
          </p:cNvPr>
          <p:cNvSpPr>
            <a:spLocks noGrp="1"/>
          </p:cNvSpPr>
          <p:nvPr/>
        </p:nvSpPr>
        <p:spPr>
          <a:xfrm>
            <a:off x="8012906" y="1809620"/>
            <a:ext cx="50483" cy="50483"/>
          </a:xfrm>
          <a:prstGeom prst="ellipse">
            <a:avLst/>
          </a:prstGeom>
          <a:solidFill>
            <a:srgbClr val="FFFFFF"/>
          </a:solidFill>
          <a:ln w="10001">
            <a:solidFill>
              <a:srgbClr val="7858A6"/>
            </a:solidFill>
            <a:prstDash val="solid"/>
          </a:ln>
        </p:spPr>
      </p:sp>
      <p:sp>
        <p:nvSpPr>
          <p:cNvPr id="398" name="FIG2_EFFECTIVE_GRAPH__NODE_5">
            <a:extLst>
              <a:ext uri="{FF2B5EF4-FFF2-40B4-BE49-F238E27FC236}">
                <a16:creationId xmlns:a16="http://schemas.microsoft.com/office/drawing/2014/main" id="{F9D0BE50-B2A4-4CBC-8EAD-A230F1652CBE}"/>
              </a:ext>
            </a:extLst>
          </p:cNvPr>
          <p:cNvSpPr>
            <a:spLocks noGrp="1"/>
          </p:cNvSpPr>
          <p:nvPr/>
        </p:nvSpPr>
        <p:spPr>
          <a:xfrm>
            <a:off x="7931468" y="1986404"/>
            <a:ext cx="50483" cy="50483"/>
          </a:xfrm>
          <a:prstGeom prst="ellipse">
            <a:avLst/>
          </a:prstGeom>
          <a:solidFill>
            <a:srgbClr val="FFFFFF"/>
          </a:solidFill>
          <a:ln w="10001">
            <a:solidFill>
              <a:srgbClr val="7858A6"/>
            </a:solidFill>
            <a:prstDash val="solid"/>
          </a:ln>
        </p:spPr>
      </p:sp>
      <p:sp>
        <p:nvSpPr>
          <p:cNvPr id="399" name="FIG2_EFFECTIVE_GRAPH__NODE_6">
            <a:extLst>
              <a:ext uri="{FF2B5EF4-FFF2-40B4-BE49-F238E27FC236}">
                <a16:creationId xmlns:a16="http://schemas.microsoft.com/office/drawing/2014/main" id="{0987B994-938A-45BC-85DD-E3E578FED81F}"/>
              </a:ext>
            </a:extLst>
          </p:cNvPr>
          <p:cNvSpPr>
            <a:spLocks noGrp="1"/>
          </p:cNvSpPr>
          <p:nvPr/>
        </p:nvSpPr>
        <p:spPr>
          <a:xfrm>
            <a:off x="7802880" y="1931159"/>
            <a:ext cx="50483" cy="50483"/>
          </a:xfrm>
          <a:prstGeom prst="ellipse">
            <a:avLst/>
          </a:prstGeom>
          <a:solidFill>
            <a:srgbClr val="FFFFFF"/>
          </a:solidFill>
          <a:ln w="10001">
            <a:solidFill>
              <a:srgbClr val="7858A6"/>
            </a:solidFill>
            <a:prstDash val="solid"/>
          </a:ln>
        </p:spPr>
      </p:sp>
      <p:sp>
        <p:nvSpPr>
          <p:cNvPr id="400" name="FIG2_EFFECTIVE_GRAPH__LABEL">
            <a:extLst>
              <a:ext uri="{FF2B5EF4-FFF2-40B4-BE49-F238E27FC236}">
                <a16:creationId xmlns:a16="http://schemas.microsoft.com/office/drawing/2014/main" id="{8BAE0CFE-6F5B-4D0D-8F22-B50F2353A44C}"/>
              </a:ext>
            </a:extLst>
          </p:cNvPr>
          <p:cNvSpPr>
            <a:spLocks noGrp="1"/>
          </p:cNvSpPr>
          <p:nvPr/>
        </p:nvSpPr>
        <p:spPr>
          <a:xfrm>
            <a:off x="7524750" y="2647950"/>
            <a:ext cx="685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288" tIns="4763" rIns="14288" bIns="4763" anchor="ctr">
            <a:normAutofit fontScale="82500"/>
          </a:bodyPr>
          <a:lstStyle/>
          <a:p>
            <a:pPr algn="ctr">
              <a:def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Effective</a:t>
            </a:r>
          </a:p>
          <a:p>
            <a:pPr algn="ctr">
              <a:def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Graph</a:t>
            </a:r>
          </a:p>
        </p:txBody>
      </p:sp>
      <p:cxnSp>
        <p:nvCxnSpPr>
          <p:cNvPr id="817" name="FIG2_ADAPTIVE__A1"/>
          <p:cNvCxnSpPr>
            <a:cxnSpLocks/>
            <a:endCxn id="304" idx="1"/>
          </p:cNvCxnSpPr>
          <p:nvPr/>
        </p:nvCxnSpPr>
        <p:spPr>
          <a:xfrm>
            <a:off x="5676900" y="1844386"/>
            <a:ext cx="133350" cy="0"/>
          </a:xfrm>
          <a:prstGeom prst="straightConnector1">
            <a:avLst/>
          </a:prstGeom>
          <a:ln w="15716">
            <a:solidFill>
              <a:srgbClr val="7858A6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818" name="FIG2_ADAPTIVE__A2"/>
          <p:cNvCxnSpPr>
            <a:stCxn id="304" idx="3"/>
            <a:endCxn id="331" idx="1"/>
          </p:cNvCxnSpPr>
          <p:nvPr/>
        </p:nvCxnSpPr>
        <p:spPr>
          <a:xfrm>
            <a:off x="6153150" y="1844386"/>
            <a:ext cx="123825" cy="0"/>
          </a:xfrm>
          <a:prstGeom prst="straightConnector1">
            <a:avLst/>
          </a:prstGeom>
          <a:ln w="15716">
            <a:solidFill>
              <a:srgbClr val="7858A6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819" name="FIG2_ADAPTIVE__A3"/>
          <p:cNvCxnSpPr>
            <a:stCxn id="331" idx="3"/>
            <a:endCxn id="363" idx="1"/>
          </p:cNvCxnSpPr>
          <p:nvPr/>
        </p:nvCxnSpPr>
        <p:spPr>
          <a:xfrm>
            <a:off x="6734175" y="1844386"/>
            <a:ext cx="104775" cy="0"/>
          </a:xfrm>
          <a:prstGeom prst="straightConnector1">
            <a:avLst/>
          </a:prstGeom>
          <a:ln w="15716">
            <a:solidFill>
              <a:srgbClr val="7858A6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820" name="FIG2_ADAPTIVE__A4_ROW_NORM"/>
          <p:cNvCxnSpPr>
            <a:stCxn id="363" idx="3"/>
            <a:endCxn id="386" idx="1"/>
          </p:cNvCxnSpPr>
          <p:nvPr/>
        </p:nvCxnSpPr>
        <p:spPr>
          <a:xfrm flipV="1">
            <a:off x="7277100" y="1834861"/>
            <a:ext cx="409575" cy="9525"/>
          </a:xfrm>
          <a:prstGeom prst="straightConnector1">
            <a:avLst/>
          </a:prstGeom>
          <a:ln w="15716">
            <a:solidFill>
              <a:srgbClr val="7858A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405" name="FIG2_ADAPTIVE_EMBED__MACRO_LEGEND">
            <a:extLst>
              <a:ext uri="{FF2B5EF4-FFF2-40B4-BE49-F238E27FC236}">
                <a16:creationId xmlns:a16="http://schemas.microsoft.com/office/drawing/2014/main" id="{86B5DE62-EEDE-48D4-AF0C-2C34AEDB2E5A}"/>
              </a:ext>
            </a:extLst>
          </p:cNvPr>
          <p:cNvSpPr>
            <a:spLocks noGrp="1"/>
          </p:cNvSpPr>
          <p:nvPr/>
        </p:nvSpPr>
        <p:spPr>
          <a:xfrm>
            <a:off x="5381625" y="3149311"/>
            <a:ext cx="276225" cy="1238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06" name="FIG2_ADAPTIVE_EMBED__MACRO_LEGEND__BAR_1">
            <a:extLst>
              <a:ext uri="{FF2B5EF4-FFF2-40B4-BE49-F238E27FC236}">
                <a16:creationId xmlns:a16="http://schemas.microsoft.com/office/drawing/2014/main" id="{649B9CE5-D6D9-40BF-AA91-8B57DF6A149C}"/>
              </a:ext>
            </a:extLst>
          </p:cNvPr>
          <p:cNvSpPr>
            <a:spLocks noGrp="1"/>
          </p:cNvSpPr>
          <p:nvPr/>
        </p:nvSpPr>
        <p:spPr>
          <a:xfrm>
            <a:off x="5381625" y="3149311"/>
            <a:ext cx="66675" cy="123825"/>
          </a:xfrm>
          <a:prstGeom prst="roundRect">
            <a:avLst>
              <a:gd name="adj" fmla="val 28571"/>
            </a:avLst>
          </a:prstGeom>
          <a:solidFill>
            <a:srgbClr val="E6F3F1"/>
          </a:solidFill>
          <a:ln w="6668">
            <a:solidFill>
              <a:srgbClr val="3E8F8A"/>
            </a:solidFill>
            <a:prstDash val="solid"/>
          </a:ln>
        </p:spPr>
      </p:sp>
      <p:sp>
        <p:nvSpPr>
          <p:cNvPr id="407" name="FIG2_ADAPTIVE_EMBED__MACRO_LEGEND__BAR_2">
            <a:extLst>
              <a:ext uri="{FF2B5EF4-FFF2-40B4-BE49-F238E27FC236}">
                <a16:creationId xmlns:a16="http://schemas.microsoft.com/office/drawing/2014/main" id="{B342B5B4-D278-4A04-AB35-A414F7CECD7C}"/>
              </a:ext>
            </a:extLst>
          </p:cNvPr>
          <p:cNvSpPr>
            <a:spLocks noGrp="1"/>
          </p:cNvSpPr>
          <p:nvPr/>
        </p:nvSpPr>
        <p:spPr>
          <a:xfrm>
            <a:off x="5472113" y="3149311"/>
            <a:ext cx="66675" cy="123825"/>
          </a:xfrm>
          <a:prstGeom prst="roundRect">
            <a:avLst>
              <a:gd name="adj" fmla="val 28571"/>
            </a:avLst>
          </a:prstGeom>
          <a:solidFill>
            <a:srgbClr val="E6F3F1"/>
          </a:solidFill>
          <a:ln w="6668">
            <a:solidFill>
              <a:srgbClr val="3E8F8A"/>
            </a:solidFill>
            <a:prstDash val="solid"/>
          </a:ln>
        </p:spPr>
      </p:sp>
      <p:sp>
        <p:nvSpPr>
          <p:cNvPr id="408" name="FIG2_ADAPTIVE_EMBED__MACRO_LEGEND__BAR_3">
            <a:extLst>
              <a:ext uri="{FF2B5EF4-FFF2-40B4-BE49-F238E27FC236}">
                <a16:creationId xmlns:a16="http://schemas.microsoft.com/office/drawing/2014/main" id="{9BCBB64E-BC0F-4601-B8BA-7DD7A36FB674}"/>
              </a:ext>
            </a:extLst>
          </p:cNvPr>
          <p:cNvSpPr>
            <a:spLocks noGrp="1"/>
          </p:cNvSpPr>
          <p:nvPr/>
        </p:nvSpPr>
        <p:spPr>
          <a:xfrm>
            <a:off x="5562600" y="3149311"/>
            <a:ext cx="66675" cy="123825"/>
          </a:xfrm>
          <a:prstGeom prst="roundRect">
            <a:avLst>
              <a:gd name="adj" fmla="val 28571"/>
            </a:avLst>
          </a:prstGeom>
          <a:solidFill>
            <a:srgbClr val="E6F3F1"/>
          </a:solidFill>
          <a:ln w="6668">
            <a:solidFill>
              <a:srgbClr val="3E8F8A"/>
            </a:solidFill>
            <a:prstDash val="solid"/>
          </a:ln>
        </p:spPr>
      </p:sp>
      <p:sp>
        <p:nvSpPr>
          <p:cNvPr id="409" name="FIG2_ADAPTIVE_EMBED__MICRO_LEGEND">
            <a:extLst>
              <a:ext uri="{FF2B5EF4-FFF2-40B4-BE49-F238E27FC236}">
                <a16:creationId xmlns:a16="http://schemas.microsoft.com/office/drawing/2014/main" id="{FA90E711-9572-4E41-9AFE-A1436FA56239}"/>
              </a:ext>
            </a:extLst>
          </p:cNvPr>
          <p:cNvSpPr>
            <a:spLocks noGrp="1"/>
          </p:cNvSpPr>
          <p:nvPr/>
        </p:nvSpPr>
        <p:spPr>
          <a:xfrm>
            <a:off x="5381625" y="3377911"/>
            <a:ext cx="276225" cy="1238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10" name="FIG2_ADAPTIVE_EMBED__MICRO_LEGEND__BAR_1">
            <a:extLst>
              <a:ext uri="{FF2B5EF4-FFF2-40B4-BE49-F238E27FC236}">
                <a16:creationId xmlns:a16="http://schemas.microsoft.com/office/drawing/2014/main" id="{478C40E7-FB02-4586-BE59-56A3FDB8AD3D}"/>
              </a:ext>
            </a:extLst>
          </p:cNvPr>
          <p:cNvSpPr>
            <a:spLocks noGrp="1"/>
          </p:cNvSpPr>
          <p:nvPr/>
        </p:nvSpPr>
        <p:spPr>
          <a:xfrm>
            <a:off x="5381625" y="3377911"/>
            <a:ext cx="66675" cy="123825"/>
          </a:xfrm>
          <a:prstGeom prst="roundRect">
            <a:avLst>
              <a:gd name="adj" fmla="val 28571"/>
            </a:avLst>
          </a:prstGeom>
          <a:solidFill>
            <a:srgbClr val="FFF0DF"/>
          </a:solidFill>
          <a:ln w="6668">
            <a:solidFill>
              <a:srgbClr val="D9863D"/>
            </a:solidFill>
            <a:prstDash val="solid"/>
          </a:ln>
        </p:spPr>
      </p:sp>
      <p:sp>
        <p:nvSpPr>
          <p:cNvPr id="411" name="FIG2_ADAPTIVE_EMBED__MICRO_LEGEND__BAR_2">
            <a:extLst>
              <a:ext uri="{FF2B5EF4-FFF2-40B4-BE49-F238E27FC236}">
                <a16:creationId xmlns:a16="http://schemas.microsoft.com/office/drawing/2014/main" id="{1C3B5258-688A-4043-808A-5086843EB1A0}"/>
              </a:ext>
            </a:extLst>
          </p:cNvPr>
          <p:cNvSpPr>
            <a:spLocks noGrp="1"/>
          </p:cNvSpPr>
          <p:nvPr/>
        </p:nvSpPr>
        <p:spPr>
          <a:xfrm>
            <a:off x="5472113" y="3377911"/>
            <a:ext cx="66675" cy="123825"/>
          </a:xfrm>
          <a:prstGeom prst="roundRect">
            <a:avLst>
              <a:gd name="adj" fmla="val 28571"/>
            </a:avLst>
          </a:prstGeom>
          <a:solidFill>
            <a:srgbClr val="FFF0DF"/>
          </a:solidFill>
          <a:ln w="6668">
            <a:solidFill>
              <a:srgbClr val="D9863D"/>
            </a:solidFill>
            <a:prstDash val="solid"/>
          </a:ln>
        </p:spPr>
      </p:sp>
      <p:sp>
        <p:nvSpPr>
          <p:cNvPr id="412" name="FIG2_ADAPTIVE_EMBED__MICRO_LEGEND__BAR_3">
            <a:extLst>
              <a:ext uri="{FF2B5EF4-FFF2-40B4-BE49-F238E27FC236}">
                <a16:creationId xmlns:a16="http://schemas.microsoft.com/office/drawing/2014/main" id="{4531063B-B488-476F-93D8-86E40D0B449C}"/>
              </a:ext>
            </a:extLst>
          </p:cNvPr>
          <p:cNvSpPr>
            <a:spLocks noGrp="1"/>
          </p:cNvSpPr>
          <p:nvPr/>
        </p:nvSpPr>
        <p:spPr>
          <a:xfrm>
            <a:off x="5562600" y="3377911"/>
            <a:ext cx="66675" cy="123825"/>
          </a:xfrm>
          <a:prstGeom prst="roundRect">
            <a:avLst>
              <a:gd name="adj" fmla="val 28571"/>
            </a:avLst>
          </a:prstGeom>
          <a:solidFill>
            <a:srgbClr val="FFF0DF"/>
          </a:solidFill>
          <a:ln w="6668">
            <a:solidFill>
              <a:srgbClr val="D9863D"/>
            </a:solidFill>
            <a:prstDash val="solid"/>
          </a:ln>
        </p:spPr>
      </p:sp>
      <p:sp>
        <p:nvSpPr>
          <p:cNvPr id="413" name="FIG2_ADAPTIVE_EMBED__MACRO_TEXT">
            <a:extLst>
              <a:ext uri="{FF2B5EF4-FFF2-40B4-BE49-F238E27FC236}">
                <a16:creationId xmlns:a16="http://schemas.microsoft.com/office/drawing/2014/main" id="{8809033F-99D6-4030-B4D3-DFADC1BFDD4C}"/>
              </a:ext>
            </a:extLst>
          </p:cNvPr>
          <p:cNvSpPr>
            <a:spLocks noGrp="1"/>
          </p:cNvSpPr>
          <p:nvPr/>
        </p:nvSpPr>
        <p:spPr>
          <a:xfrm>
            <a:off x="5715000" y="3120736"/>
            <a:ext cx="8572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14288" tIns="4763" rIns="14288" bIns="4763" anchor="ctr">
            <a:normAutofit fontScale="97825"/>
          </a:bodyPr>
          <a:lstStyle/>
          <a:p>
            <a:pPr algn="l">
              <a:defRPr sz="1150" b="0" i="0">
                <a:solidFill>
                  <a:srgbClr val="3E8F8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50" b="0" i="0">
                <a:solidFill>
                  <a:srgbClr val="3E8F8A"/>
                </a:solidFill>
                <a:latin typeface="Times New Roman"/>
                <a:ea typeface="Times New Roman"/>
                <a:cs typeface="Times New Roman"/>
              </a:rPr>
              <a:t>E_macro</a:t>
            </a:r>
          </a:p>
        </p:txBody>
      </p:sp>
      <p:sp>
        <p:nvSpPr>
          <p:cNvPr id="414" name="FIG2_ADAPTIVE_EMBED__MICRO_TEXT">
            <a:extLst>
              <a:ext uri="{FF2B5EF4-FFF2-40B4-BE49-F238E27FC236}">
                <a16:creationId xmlns:a16="http://schemas.microsoft.com/office/drawing/2014/main" id="{D743F34D-E87C-4AFA-9FA3-91FC64FDE62B}"/>
              </a:ext>
            </a:extLst>
          </p:cNvPr>
          <p:cNvSpPr>
            <a:spLocks noGrp="1"/>
          </p:cNvSpPr>
          <p:nvPr/>
        </p:nvSpPr>
        <p:spPr>
          <a:xfrm>
            <a:off x="5715000" y="3349336"/>
            <a:ext cx="8572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14288" tIns="4763" rIns="14288" bIns="4763" anchor="ctr">
            <a:normAutofit fontScale="97825"/>
          </a:bodyPr>
          <a:lstStyle/>
          <a:p>
            <a:pPr algn="l">
              <a:defRPr sz="1150" b="0" i="0">
                <a:solidFill>
                  <a:srgbClr val="D986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50" b="0" i="0">
                <a:solidFill>
                  <a:srgbClr val="D9863D"/>
                </a:solidFill>
                <a:latin typeface="Times New Roman"/>
                <a:ea typeface="Times New Roman"/>
                <a:cs typeface="Times New Roman"/>
              </a:rPr>
              <a:t>E_micro</a:t>
            </a:r>
          </a:p>
        </p:txBody>
      </p:sp>
      <p:sp>
        <p:nvSpPr>
          <p:cNvPr id="415" name="FIG2_ADAPTIVE_EMBED__INDEPENDENT">
            <a:extLst>
              <a:ext uri="{FF2B5EF4-FFF2-40B4-BE49-F238E27FC236}">
                <a16:creationId xmlns:a16="http://schemas.microsoft.com/office/drawing/2014/main" id="{B3580C2C-55DC-4B55-BC1E-EAE002A36B78}"/>
              </a:ext>
            </a:extLst>
          </p:cNvPr>
          <p:cNvSpPr>
            <a:spLocks noGrp="1"/>
          </p:cNvSpPr>
          <p:nvPr/>
        </p:nvSpPr>
        <p:spPr>
          <a:xfrm>
            <a:off x="7000875" y="3235036"/>
            <a:ext cx="10096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288" tIns="4763" rIns="14288" bIns="4763" anchor="ctr">
            <a:normAutofit/>
          </a:bodyPr>
          <a:lstStyle/>
          <a:p>
            <a:pPr algn="l">
              <a:defRPr sz="1100" b="0" i="0">
                <a:solidFill>
                  <a:srgbClr val="5D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0" i="0">
                <a:solidFill>
                  <a:srgbClr val="5D7280"/>
                </a:solidFill>
                <a:latin typeface="Times New Roman"/>
                <a:ea typeface="Times New Roman"/>
                <a:cs typeface="Times New Roman"/>
              </a:rPr>
              <a:t>independent</a:t>
            </a:r>
          </a:p>
        </p:txBody>
      </p:sp>
      <p:sp>
        <p:nvSpPr>
          <p:cNvPr id="416" name="FIG2_ADAPTIVE__BOTTOM_NOTE">
            <a:extLst>
              <a:ext uri="{FF2B5EF4-FFF2-40B4-BE49-F238E27FC236}">
                <a16:creationId xmlns:a16="http://schemas.microsoft.com/office/drawing/2014/main" id="{E2BE3C3B-02CC-4925-8720-1086299BE795}"/>
              </a:ext>
            </a:extLst>
          </p:cNvPr>
          <p:cNvSpPr>
            <a:spLocks noGrp="1"/>
          </p:cNvSpPr>
          <p:nvPr/>
        </p:nvSpPr>
        <p:spPr>
          <a:xfrm>
            <a:off x="5114925" y="3570576"/>
            <a:ext cx="2905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288" tIns="4763" rIns="14288" bIns="4763" anchor="ctr">
            <a:noAutofit/>
          </a:bodyPr>
          <a:lstStyle/>
          <a:p>
            <a:pPr algn="ctr">
              <a:defRPr sz="110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Prior topology is fixed; learning only</a:t>
            </a:r>
          </a:p>
          <a:p>
            <a:pPr algn="ctr">
              <a:defRPr sz="110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adjusts supported edge strengths.</a:t>
            </a:r>
          </a:p>
        </p:txBody>
      </p:sp>
    </p:spTree>
    <p:extLst>
      <p:ext uri="{BB962C8B-B14F-4D97-AF65-F5344CB8AC3E}">
        <p14:creationId xmlns:p14="http://schemas.microsoft.com/office/powerpoint/2010/main" val="166829202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ST-MGPrompt Scientific">
      <a:dk1>
        <a:srgbClr val="000000"/>
      </a:dk1>
      <a:lt1>
        <a:srgbClr val="FFFFFF"/>
      </a:lt1>
      <a:dk2>
        <a:srgbClr val="17232C"/>
      </a:dk2>
      <a:lt2>
        <a:srgbClr val="EEF2F4"/>
      </a:lt2>
      <a:accent1>
        <a:srgbClr val="4F9A96"/>
      </a:accent1>
      <a:accent2>
        <a:srgbClr val="E69A54"/>
      </a:accent2>
      <a:accent3>
        <a:srgbClr val="8367B2"/>
      </a:accent3>
      <a:accent4>
        <a:srgbClr val="B76F68"/>
      </a:accent4>
      <a:accent5>
        <a:srgbClr val="6F8795"/>
      </a:accent5>
      <a:accent6>
        <a:srgbClr val="4A8B6F"/>
      </a:accent6>
      <a:hlink>
        <a:srgbClr val="8367B2"/>
      </a:hlink>
      <a:folHlink>
        <a:srgbClr val="B76F6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T-MGPrompt Scientific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76200" dist="34343" dir="3378596">
              <a:srgbClr val="23343D">
                <a:alpha val="10000"/>
              </a:srgbClr>
            </a:outerShdw>
          </a:effectLst>
        </a:effectStyle>
        <a:effectStyle>
          <a:effectLst>
            <a:outerShdw blurRad="76200" dist="34343" dir="3378596">
              <a:srgbClr val="23343D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ST-MGPrompt Scientific">
      <a:dk1>
        <a:srgbClr val="000000"/>
      </a:dk1>
      <a:lt1>
        <a:srgbClr val="FFFFFF"/>
      </a:lt1>
      <a:dk2>
        <a:srgbClr val="17232C"/>
      </a:dk2>
      <a:lt2>
        <a:srgbClr val="EEF2F4"/>
      </a:lt2>
      <a:accent1>
        <a:srgbClr val="4F9A96"/>
      </a:accent1>
      <a:accent2>
        <a:srgbClr val="E69A54"/>
      </a:accent2>
      <a:accent3>
        <a:srgbClr val="8367B2"/>
      </a:accent3>
      <a:accent4>
        <a:srgbClr val="B76F68"/>
      </a:accent4>
      <a:accent5>
        <a:srgbClr val="6F8795"/>
      </a:accent5>
      <a:accent6>
        <a:srgbClr val="4A8B6F"/>
      </a:accent6>
      <a:hlink>
        <a:srgbClr val="8367B2"/>
      </a:hlink>
      <a:folHlink>
        <a:srgbClr val="B76F6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T-MGPrompt Scientific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76200" dist="34343" dir="3378596">
              <a:srgbClr val="23343D">
                <a:alpha val="10000"/>
              </a:srgbClr>
            </a:outerShdw>
          </a:effectLst>
        </a:effectStyle>
        <a:effectStyle>
          <a:effectLst>
            <a:outerShdw blurRad="76200" dist="34343" dir="3378596">
              <a:srgbClr val="23343D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</Words>
  <Application>Microsoft Office PowerPoint</Application>
  <DocSecurity>0</DocSecurity>
  <PresentationFormat>自定义</PresentationFormat>
  <Paragraphs>65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Calibri</vt:lpstr>
      <vt:lpstr>Times New Roman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人 好</cp:lastModifiedBy>
  <cp:revision>1</cp:revision>
  <dcterms:created xsi:type="dcterms:W3CDTF">2026-08-15T12:04:54Z</dcterms:created>
  <dcterms:modified xsi:type="dcterms:W3CDTF">2026-08-15T13:28:08Z</dcterms:modified>
</cp:coreProperties>
</file>